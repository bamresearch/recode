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2"/>
    <p:sldId id="261" r:id="rId3"/>
  </p:sldIdLst>
  <p:sldSz cx="9144000" cy="5143500" type="screen16x9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orient="horz" pos="838">
          <p15:clr>
            <a:srgbClr val="A4A3A4"/>
          </p15:clr>
        </p15:guide>
        <p15:guide id="3" orient="horz">
          <p15:clr>
            <a:srgbClr val="A4A3A4"/>
          </p15:clr>
        </p15:guide>
        <p15:guide id="4" orient="horz" pos="2994">
          <p15:clr>
            <a:srgbClr val="A4A3A4"/>
          </p15:clr>
        </p15:guide>
        <p15:guide id="5" orient="horz" pos="814">
          <p15:clr>
            <a:srgbClr val="A4A3A4"/>
          </p15:clr>
        </p15:guide>
        <p15:guide id="6" orient="horz" pos="2854">
          <p15:clr>
            <a:srgbClr val="A4A3A4"/>
          </p15:clr>
        </p15:guide>
        <p15:guide id="7" pos="340">
          <p15:clr>
            <a:srgbClr val="A4A3A4"/>
          </p15:clr>
        </p15:guide>
        <p15:guide id="8" pos="5420">
          <p15:clr>
            <a:srgbClr val="A4A3A4"/>
          </p15:clr>
        </p15:guide>
        <p15:guide id="9" pos="2947">
          <p15:clr>
            <a:srgbClr val="A4A3A4"/>
          </p15:clr>
        </p15:guide>
        <p15:guide id="10" pos="2813">
          <p15:clr>
            <a:srgbClr val="A4A3A4"/>
          </p15:clr>
        </p15:guide>
        <p15:guide id="11" pos="1943">
          <p15:clr>
            <a:srgbClr val="A4A3A4"/>
          </p15:clr>
        </p15:guide>
        <p15:guide id="12" pos="3817">
          <p15:clr>
            <a:srgbClr val="A4A3A4"/>
          </p15:clr>
        </p15:guide>
        <p15:guide id="13" pos="2080">
          <p15:clr>
            <a:srgbClr val="A4A3A4"/>
          </p15:clr>
        </p15:guide>
        <p15:guide id="14" pos="368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29"/>
  </p:normalViewPr>
  <p:slideViewPr>
    <p:cSldViewPr snapToGrid="0" snapToObjects="1" showGuides="1">
      <p:cViewPr varScale="1">
        <p:scale>
          <a:sx n="158" d="100"/>
          <a:sy n="158" d="100"/>
        </p:scale>
        <p:origin x="300" y="138"/>
      </p:cViewPr>
      <p:guideLst>
        <p:guide orient="horz" pos="1620"/>
        <p:guide orient="horz" pos="838"/>
        <p:guide orient="horz"/>
        <p:guide orient="horz" pos="2994"/>
        <p:guide orient="horz" pos="814"/>
        <p:guide orient="horz" pos="2854"/>
        <p:guide pos="340"/>
        <p:guide pos="5420"/>
        <p:guide pos="2947"/>
        <p:guide pos="2813"/>
        <p:guide pos="1943"/>
        <p:guide pos="3817"/>
        <p:guide pos="2080"/>
        <p:guide pos="36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C5BC77-E589-FC43-842C-314DEB76EF88}" type="datetimeFigureOut">
              <a:rPr lang="de-DE" smtClean="0"/>
              <a:t>23.06.2026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4BCADE-75F8-C143-8D6A-11EFEA56B06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949344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1DCD43-2D46-4F8F-A5DD-26B42E953E0E}" type="datetimeFigureOut">
              <a:rPr lang="de-DE" smtClean="0"/>
              <a:t>23.06.2026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AD62D0-23E2-4DD5-9BB6-D6C7194C924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5478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0" y="901519"/>
            <a:ext cx="1614683" cy="356961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188000"/>
            <a:ext cx="9143998" cy="3563111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540000" y="1965601"/>
            <a:ext cx="7200000" cy="750166"/>
          </a:xfrm>
        </p:spPr>
        <p:txBody>
          <a:bodyPr/>
          <a:lstStyle>
            <a:lvl1pPr>
              <a:lnSpc>
                <a:spcPts val="3000"/>
              </a:lnSpc>
              <a:defRPr sz="2400" b="1" cap="all" baseline="0"/>
            </a:lvl1pPr>
          </a:lstStyle>
          <a:p>
            <a:r>
              <a:rPr lang="de-DE" dirty="0"/>
              <a:t>TITEL DER PRÄSENTATION</a:t>
            </a:r>
            <a:br>
              <a:rPr lang="de-DE" dirty="0"/>
            </a:br>
            <a:r>
              <a:rPr lang="de-DE" dirty="0"/>
              <a:t>SCHRIFT VERDANA BOLD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540000" y="2728800"/>
            <a:ext cx="7200000" cy="1643150"/>
          </a:xfrm>
        </p:spPr>
        <p:txBody>
          <a:bodyPr/>
          <a:lstStyle>
            <a:lvl1pPr marL="0" indent="0" algn="l">
              <a:lnSpc>
                <a:spcPts val="3000"/>
              </a:lnSpc>
              <a:spcBef>
                <a:spcPts val="0"/>
              </a:spcBef>
              <a:buNone/>
              <a:defRPr sz="2400" b="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Untertitel (optional), Name des Redners</a:t>
            </a:r>
          </a:p>
          <a:p>
            <a:r>
              <a:rPr lang="de-DE" dirty="0" err="1"/>
              <a:t>Veranstatungstitel</a:t>
            </a:r>
            <a:endParaRPr lang="de-DE" dirty="0"/>
          </a:p>
          <a:p>
            <a:r>
              <a:rPr lang="de-DE" dirty="0" err="1"/>
              <a:t>Verdana</a:t>
            </a:r>
            <a:r>
              <a:rPr lang="de-DE" dirty="0"/>
              <a:t> Regular 24 </a:t>
            </a:r>
            <a:r>
              <a:rPr lang="de-DE" dirty="0" err="1"/>
              <a:t>pt</a:t>
            </a:r>
            <a:r>
              <a:rPr lang="de-DE" dirty="0"/>
              <a:t>, ZAB 30 </a:t>
            </a:r>
            <a:r>
              <a:rPr lang="de-DE" dirty="0" err="1"/>
              <a:t>pt</a:t>
            </a:r>
            <a:endParaRPr lang="de-DE" dirty="0"/>
          </a:p>
          <a:p>
            <a:r>
              <a:rPr lang="de-DE" dirty="0"/>
              <a:t>Maximal vier Zeilen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0000" y="180000"/>
            <a:ext cx="1255743" cy="900000"/>
          </a:xfrm>
          <a:prstGeom prst="rect">
            <a:avLst/>
          </a:prstGeom>
        </p:spPr>
      </p:pic>
      <p:cxnSp>
        <p:nvCxnSpPr>
          <p:cNvPr id="11" name="Gerade Verbindung 10"/>
          <p:cNvCxnSpPr/>
          <p:nvPr userDrawn="1"/>
        </p:nvCxnSpPr>
        <p:spPr>
          <a:xfrm>
            <a:off x="539750" y="1771200"/>
            <a:ext cx="396000" cy="0"/>
          </a:xfrm>
          <a:prstGeom prst="line">
            <a:avLst/>
          </a:prstGeom>
          <a:ln w="2413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11"/>
          <p:cNvCxnSpPr/>
          <p:nvPr userDrawn="1"/>
        </p:nvCxnSpPr>
        <p:spPr>
          <a:xfrm>
            <a:off x="540000" y="4435200"/>
            <a:ext cx="396000" cy="0"/>
          </a:xfrm>
          <a:prstGeom prst="line">
            <a:avLst/>
          </a:prstGeom>
          <a:ln w="2413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platzhalt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540000" y="1281600"/>
            <a:ext cx="1440000" cy="2872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/>
              <a:t>Datum</a:t>
            </a:r>
          </a:p>
        </p:txBody>
      </p:sp>
      <p:sp>
        <p:nvSpPr>
          <p:cNvPr id="13" name="Textfeld 12"/>
          <p:cNvSpPr txBox="1"/>
          <p:nvPr userDrawn="1"/>
        </p:nvSpPr>
        <p:spPr>
          <a:xfrm>
            <a:off x="7681546" y="4201290"/>
            <a:ext cx="1012650" cy="23391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2100"/>
              </a:lnSpc>
            </a:pPr>
            <a:r>
              <a:rPr lang="de-DE" sz="1200" dirty="0" err="1">
                <a:solidFill>
                  <a:schemeClr val="bg1"/>
                </a:solidFill>
              </a:rPr>
              <a:t>www.bam.de</a:t>
            </a:r>
            <a:endParaRPr lang="de-DE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4622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Titelfolie (ausführlich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0" y="901519"/>
            <a:ext cx="1614683" cy="356961"/>
          </a:xfrm>
          <a:prstGeom prst="rect">
            <a:avLst/>
          </a:prstGeom>
        </p:spPr>
      </p:pic>
      <p:pic>
        <p:nvPicPr>
          <p:cNvPr id="11" name="Grafik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188000"/>
            <a:ext cx="9143998" cy="3563111"/>
          </a:xfrm>
          <a:prstGeom prst="rect">
            <a:avLst/>
          </a:prstGeom>
        </p:spPr>
      </p:pic>
      <p:cxnSp>
        <p:nvCxnSpPr>
          <p:cNvPr id="13" name="Gerade Verbindung 12"/>
          <p:cNvCxnSpPr/>
          <p:nvPr userDrawn="1"/>
        </p:nvCxnSpPr>
        <p:spPr>
          <a:xfrm>
            <a:off x="540000" y="4435200"/>
            <a:ext cx="396000" cy="0"/>
          </a:xfrm>
          <a:prstGeom prst="line">
            <a:avLst/>
          </a:prstGeom>
          <a:ln w="2413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11"/>
          <p:cNvCxnSpPr/>
          <p:nvPr userDrawn="1"/>
        </p:nvCxnSpPr>
        <p:spPr>
          <a:xfrm>
            <a:off x="539750" y="1771200"/>
            <a:ext cx="396000" cy="0"/>
          </a:xfrm>
          <a:prstGeom prst="line">
            <a:avLst/>
          </a:prstGeom>
          <a:ln w="2413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540000" y="1965600"/>
            <a:ext cx="8064000" cy="748800"/>
          </a:xfrm>
        </p:spPr>
        <p:txBody>
          <a:bodyPr/>
          <a:lstStyle>
            <a:lvl1pPr>
              <a:lnSpc>
                <a:spcPts val="3000"/>
              </a:lnSpc>
              <a:defRPr sz="2400" b="1" cap="all" baseline="0"/>
            </a:lvl1pPr>
          </a:lstStyle>
          <a:p>
            <a:r>
              <a:rPr lang="de-DE" dirty="0"/>
              <a:t>TITEL DER PRÄSENTATION (AUSFÜHRLICH)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540000" y="2340000"/>
            <a:ext cx="8064000" cy="748800"/>
          </a:xfrm>
        </p:spPr>
        <p:txBody>
          <a:bodyPr/>
          <a:lstStyle>
            <a:lvl1pPr marL="0" indent="0" algn="l">
              <a:lnSpc>
                <a:spcPts val="3000"/>
              </a:lnSpc>
              <a:spcBef>
                <a:spcPts val="0"/>
              </a:spcBef>
              <a:buNone/>
              <a:defRPr sz="2400" b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Untertitel </a:t>
            </a:r>
            <a:r>
              <a:rPr lang="de-DE" dirty="0" err="1"/>
              <a:t>Verdana</a:t>
            </a:r>
            <a:r>
              <a:rPr lang="de-DE" dirty="0"/>
              <a:t> Regular, 24 </a:t>
            </a:r>
            <a:r>
              <a:rPr lang="de-DE" dirty="0" err="1"/>
              <a:t>pt</a:t>
            </a:r>
            <a:r>
              <a:rPr lang="de-DE" dirty="0"/>
              <a:t> ZAB 30 </a:t>
            </a:r>
            <a:r>
              <a:rPr lang="de-DE" dirty="0" err="1"/>
              <a:t>pt</a:t>
            </a:r>
            <a:endParaRPr lang="de-DE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0000" y="180000"/>
            <a:ext cx="1255743" cy="900000"/>
          </a:xfrm>
          <a:prstGeom prst="rect">
            <a:avLst/>
          </a:prstGeom>
        </p:spPr>
      </p:pic>
      <p:sp>
        <p:nvSpPr>
          <p:cNvPr id="15" name="Textplatzhalter 14"/>
          <p:cNvSpPr>
            <a:spLocks noGrp="1"/>
          </p:cNvSpPr>
          <p:nvPr>
            <p:ph type="body" sz="quarter" idx="13" hasCustomPrompt="1"/>
          </p:nvPr>
        </p:nvSpPr>
        <p:spPr>
          <a:xfrm>
            <a:off x="540000" y="3042000"/>
            <a:ext cx="8064000" cy="75388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Auflistung der Beteiligten Personen </a:t>
            </a:r>
            <a:r>
              <a:rPr lang="de-DE" dirty="0" err="1"/>
              <a:t>Verdana</a:t>
            </a:r>
            <a:r>
              <a:rPr lang="de-DE" dirty="0"/>
              <a:t> Regular 16 </a:t>
            </a:r>
            <a:r>
              <a:rPr lang="de-DE" dirty="0" err="1"/>
              <a:t>pt</a:t>
            </a:r>
            <a:r>
              <a:rPr lang="de-DE" dirty="0"/>
              <a:t>, ZAB 21 </a:t>
            </a:r>
            <a:r>
              <a:rPr lang="de-DE" dirty="0" err="1"/>
              <a:t>pt</a:t>
            </a:r>
            <a:endParaRPr lang="de-DE" dirty="0"/>
          </a:p>
          <a:p>
            <a:pPr lvl="0"/>
            <a:endParaRPr lang="de-DE" dirty="0"/>
          </a:p>
        </p:txBody>
      </p:sp>
      <p:sp>
        <p:nvSpPr>
          <p:cNvPr id="17" name="Textplatzhalter 16"/>
          <p:cNvSpPr>
            <a:spLocks noGrp="1"/>
          </p:cNvSpPr>
          <p:nvPr>
            <p:ph type="body" sz="quarter" idx="14" hasCustomPrompt="1"/>
          </p:nvPr>
        </p:nvSpPr>
        <p:spPr>
          <a:xfrm>
            <a:off x="539750" y="3579862"/>
            <a:ext cx="6264498" cy="720080"/>
          </a:xfrm>
        </p:spPr>
        <p:txBody>
          <a:bodyPr anchor="b" anchorCtr="0"/>
          <a:lstStyle>
            <a:lvl1pPr>
              <a:lnSpc>
                <a:spcPts val="1500"/>
              </a:lnSpc>
              <a:spcBef>
                <a:spcPts val="0"/>
              </a:spcBef>
              <a:defRPr sz="1200" baseline="0"/>
            </a:lvl1pPr>
            <a:lvl2pPr>
              <a:lnSpc>
                <a:spcPts val="1500"/>
              </a:lnSpc>
              <a:spcBef>
                <a:spcPts val="0"/>
              </a:spcBef>
              <a:defRPr sz="1200"/>
            </a:lvl2pPr>
            <a:lvl3pPr>
              <a:lnSpc>
                <a:spcPts val="1500"/>
              </a:lnSpc>
              <a:spcBef>
                <a:spcPts val="0"/>
              </a:spcBef>
              <a:defRPr sz="1200"/>
            </a:lvl3pPr>
            <a:lvl4pPr>
              <a:lnSpc>
                <a:spcPts val="1500"/>
              </a:lnSpc>
              <a:spcBef>
                <a:spcPts val="0"/>
              </a:spcBef>
              <a:defRPr sz="1200"/>
            </a:lvl4pPr>
            <a:lvl5pPr>
              <a:lnSpc>
                <a:spcPts val="1500"/>
              </a:lnSpc>
              <a:spcBef>
                <a:spcPts val="0"/>
              </a:spcBef>
              <a:defRPr sz="1200"/>
            </a:lvl5pPr>
          </a:lstStyle>
          <a:p>
            <a:pPr lvl="0"/>
            <a:r>
              <a:rPr lang="de-DE" dirty="0"/>
              <a:t>Auflistung der beteiligten Einrichtungen </a:t>
            </a:r>
            <a:r>
              <a:rPr lang="de-DE" dirty="0" err="1"/>
              <a:t>Verdana</a:t>
            </a:r>
            <a:r>
              <a:rPr lang="de-DE" dirty="0"/>
              <a:t> Regular 12 </a:t>
            </a:r>
            <a:r>
              <a:rPr lang="de-DE" dirty="0" err="1"/>
              <a:t>pt</a:t>
            </a:r>
            <a:r>
              <a:rPr lang="de-DE" dirty="0"/>
              <a:t>, ZAB 15 </a:t>
            </a:r>
            <a:r>
              <a:rPr lang="de-DE" dirty="0" err="1"/>
              <a:t>pt</a:t>
            </a:r>
            <a:endParaRPr lang="de-DE" dirty="0"/>
          </a:p>
        </p:txBody>
      </p:sp>
      <p:sp>
        <p:nvSpPr>
          <p:cNvPr id="18" name="Textplatzhalt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540000" y="1281600"/>
            <a:ext cx="1440000" cy="2872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/>
              <a:t>Datum</a:t>
            </a:r>
          </a:p>
        </p:txBody>
      </p:sp>
      <p:sp>
        <p:nvSpPr>
          <p:cNvPr id="14" name="Textfeld 13"/>
          <p:cNvSpPr txBox="1"/>
          <p:nvPr userDrawn="1"/>
        </p:nvSpPr>
        <p:spPr>
          <a:xfrm>
            <a:off x="7681546" y="4201290"/>
            <a:ext cx="1012650" cy="23391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2100"/>
              </a:lnSpc>
            </a:pPr>
            <a:r>
              <a:rPr lang="de-DE" sz="1200" dirty="0" err="1">
                <a:solidFill>
                  <a:schemeClr val="bg1"/>
                </a:solidFill>
              </a:rPr>
              <a:t>www.bam.de</a:t>
            </a:r>
            <a:endParaRPr lang="de-DE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1183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Gliederung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10.02.2017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Thema der Präsentation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9" name="Textplatzhalter 2"/>
          <p:cNvSpPr>
            <a:spLocks noGrp="1"/>
          </p:cNvSpPr>
          <p:nvPr>
            <p:ph idx="1" hasCustomPrompt="1"/>
          </p:nvPr>
        </p:nvSpPr>
        <p:spPr>
          <a:xfrm>
            <a:off x="540000" y="1151999"/>
            <a:ext cx="6822000" cy="35460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tabLst>
                <a:tab pos="6794500" algn="r"/>
              </a:tabLst>
              <a:defRPr/>
            </a:lvl1pPr>
          </a:lstStyle>
          <a:p>
            <a:pPr lvl="0"/>
            <a:r>
              <a:rPr lang="de-DE" dirty="0"/>
              <a:t>Seitenbeschreibung	5</a:t>
            </a:r>
          </a:p>
        </p:txBody>
      </p:sp>
      <p:cxnSp>
        <p:nvCxnSpPr>
          <p:cNvPr id="7" name="Gerade Verbindung 6"/>
          <p:cNvCxnSpPr/>
          <p:nvPr userDrawn="1"/>
        </p:nvCxnSpPr>
        <p:spPr>
          <a:xfrm>
            <a:off x="540000" y="100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7"/>
          <p:cNvCxnSpPr/>
          <p:nvPr userDrawn="1"/>
        </p:nvCxnSpPr>
        <p:spPr>
          <a:xfrm>
            <a:off x="539750" y="478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5057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/>
          <p:cNvSpPr/>
          <p:nvPr userDrawn="1"/>
        </p:nvSpPr>
        <p:spPr>
          <a:xfrm>
            <a:off x="539750" y="1080000"/>
            <a:ext cx="8064500" cy="36724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10.02.2017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Thema der Präsentation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6" name="Grafik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88000"/>
            <a:ext cx="9144000" cy="3563111"/>
          </a:xfrm>
          <a:prstGeom prst="rect">
            <a:avLst/>
          </a:prstGeom>
        </p:spPr>
      </p:pic>
      <p:cxnSp>
        <p:nvCxnSpPr>
          <p:cNvPr id="10" name="Gerade Verbindung 9"/>
          <p:cNvCxnSpPr/>
          <p:nvPr userDrawn="1"/>
        </p:nvCxnSpPr>
        <p:spPr>
          <a:xfrm>
            <a:off x="539750" y="1483168"/>
            <a:ext cx="396000" cy="0"/>
          </a:xfrm>
          <a:prstGeom prst="line">
            <a:avLst/>
          </a:prstGeom>
          <a:ln w="2413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10"/>
          <p:cNvCxnSpPr/>
          <p:nvPr userDrawn="1"/>
        </p:nvCxnSpPr>
        <p:spPr>
          <a:xfrm>
            <a:off x="540000" y="4435200"/>
            <a:ext cx="396000" cy="0"/>
          </a:xfrm>
          <a:prstGeom prst="line">
            <a:avLst/>
          </a:prstGeom>
          <a:ln w="2413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platzhalter 6"/>
          <p:cNvSpPr>
            <a:spLocks noGrp="1"/>
          </p:cNvSpPr>
          <p:nvPr>
            <p:ph type="body" sz="quarter" idx="15" hasCustomPrompt="1"/>
          </p:nvPr>
        </p:nvSpPr>
        <p:spPr>
          <a:xfrm>
            <a:off x="539750" y="1677600"/>
            <a:ext cx="6822250" cy="748800"/>
          </a:xfrm>
        </p:spPr>
        <p:txBody>
          <a:bodyPr/>
          <a:lstStyle>
            <a:lvl1pPr>
              <a:lnSpc>
                <a:spcPts val="3000"/>
              </a:lnSpc>
              <a:defRPr sz="2400" b="1"/>
            </a:lvl1pPr>
          </a:lstStyle>
          <a:p>
            <a:pPr lvl="0"/>
            <a:r>
              <a:rPr lang="de-DE" dirty="0" err="1"/>
              <a:t>Kapiteltrenner</a:t>
            </a:r>
            <a:endParaRPr lang="de-DE" dirty="0"/>
          </a:p>
          <a:p>
            <a:pPr lvl="0"/>
            <a:r>
              <a:rPr lang="de-DE" dirty="0" err="1"/>
              <a:t>Verdana</a:t>
            </a:r>
            <a:r>
              <a:rPr lang="de-DE" dirty="0"/>
              <a:t> </a:t>
            </a:r>
            <a:r>
              <a:rPr lang="de-DE" dirty="0" err="1"/>
              <a:t>Bold</a:t>
            </a:r>
            <a:r>
              <a:rPr lang="de-DE" dirty="0"/>
              <a:t> 24 PT, ZAB 30 </a:t>
            </a:r>
            <a:r>
              <a:rPr lang="de-DE" dirty="0" err="1"/>
              <a:t>pt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6" hasCustomPrompt="1"/>
          </p:nvPr>
        </p:nvSpPr>
        <p:spPr>
          <a:xfrm>
            <a:off x="539750" y="2440800"/>
            <a:ext cx="6822250" cy="1641600"/>
          </a:xfrm>
        </p:spPr>
        <p:txBody>
          <a:bodyPr/>
          <a:lstStyle>
            <a:lvl1pPr>
              <a:lnSpc>
                <a:spcPts val="3000"/>
              </a:lnSpc>
              <a:defRPr sz="2400"/>
            </a:lvl1pPr>
          </a:lstStyle>
          <a:p>
            <a:pPr lvl="0"/>
            <a:r>
              <a:rPr lang="de-DE" dirty="0"/>
              <a:t>Untertitel </a:t>
            </a:r>
            <a:r>
              <a:rPr lang="de-DE" dirty="0" err="1"/>
              <a:t>Verdana</a:t>
            </a:r>
            <a:r>
              <a:rPr lang="de-DE" dirty="0"/>
              <a:t> Regular 24 </a:t>
            </a:r>
            <a:r>
              <a:rPr lang="de-DE" dirty="0" err="1"/>
              <a:t>pt</a:t>
            </a:r>
            <a:r>
              <a:rPr lang="de-DE" dirty="0"/>
              <a:t>, ZAB 30 </a:t>
            </a:r>
            <a:r>
              <a:rPr lang="de-DE" dirty="0" err="1"/>
              <a:t>pt</a:t>
            </a:r>
            <a:endParaRPr lang="de-DE" dirty="0"/>
          </a:p>
          <a:p>
            <a:pPr lvl="0"/>
            <a:r>
              <a:rPr lang="de-DE" dirty="0"/>
              <a:t>Maximal vier Zeilen</a:t>
            </a:r>
          </a:p>
          <a:p>
            <a:pPr lvl="0"/>
            <a:r>
              <a:rPr lang="de-DE" dirty="0"/>
              <a:t>Textfarbe BAM Schwarz</a:t>
            </a:r>
          </a:p>
        </p:txBody>
      </p:sp>
      <p:sp>
        <p:nvSpPr>
          <p:cNvPr id="12" name="Textfeld 11"/>
          <p:cNvSpPr txBox="1"/>
          <p:nvPr userDrawn="1"/>
        </p:nvSpPr>
        <p:spPr>
          <a:xfrm>
            <a:off x="7681546" y="4201290"/>
            <a:ext cx="1012650" cy="23391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2100"/>
              </a:lnSpc>
            </a:pPr>
            <a:r>
              <a:rPr lang="de-DE" sz="1200" dirty="0" err="1">
                <a:solidFill>
                  <a:schemeClr val="bg1"/>
                </a:solidFill>
              </a:rPr>
              <a:t>www.bam.de</a:t>
            </a:r>
            <a:endParaRPr lang="de-DE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4983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1-spaltig, L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10.02.2017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Thema der Präsentation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‹#›</a:t>
            </a:fld>
            <a:endParaRPr lang="de-DE"/>
          </a:p>
        </p:txBody>
      </p:sp>
      <p:sp>
        <p:nvSpPr>
          <p:cNvPr id="9" name="Inhaltsplatzhalter 8"/>
          <p:cNvSpPr>
            <a:spLocks noGrp="1"/>
          </p:cNvSpPr>
          <p:nvPr>
            <p:ph sz="quarter" idx="13" hasCustomPrompt="1"/>
          </p:nvPr>
        </p:nvSpPr>
        <p:spPr>
          <a:xfrm>
            <a:off x="539750" y="1152000"/>
            <a:ext cx="6822250" cy="3546001"/>
          </a:xfrm>
        </p:spPr>
        <p:txBody>
          <a:bodyPr/>
          <a:lstStyle>
            <a:lvl1pPr marL="270000" indent="-270000">
              <a:spcBef>
                <a:spcPts val="1000"/>
              </a:spcBef>
              <a:buFont typeface="+mj-lt"/>
              <a:buAutoNum type="arabicPeriod"/>
              <a:defRPr/>
            </a:lvl1pPr>
            <a:lvl2pPr marL="270000" indent="-270000">
              <a:spcBef>
                <a:spcPts val="0"/>
              </a:spcBef>
              <a:buFont typeface=".AppleSystemUIFont" charset="-120"/>
              <a:buChar char="–"/>
              <a:defRPr/>
            </a:lvl2pPr>
            <a:lvl3pPr marL="540000" indent="-270000">
              <a:spcBef>
                <a:spcPts val="0"/>
              </a:spcBef>
              <a:defRPr/>
            </a:lvl3pPr>
            <a:lvl4pPr marL="540000">
              <a:spcBef>
                <a:spcPts val="0"/>
              </a:spcBef>
              <a:defRPr/>
            </a:lvl4pPr>
            <a:lvl5pPr marL="810000">
              <a:spcBef>
                <a:spcPts val="0"/>
              </a:spcBef>
              <a:defRPr/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cxnSp>
        <p:nvCxnSpPr>
          <p:cNvPr id="7" name="Gerade Verbindung 6"/>
          <p:cNvCxnSpPr/>
          <p:nvPr userDrawn="1"/>
        </p:nvCxnSpPr>
        <p:spPr>
          <a:xfrm>
            <a:off x="540000" y="100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7"/>
          <p:cNvCxnSpPr/>
          <p:nvPr userDrawn="1"/>
        </p:nvCxnSpPr>
        <p:spPr>
          <a:xfrm>
            <a:off x="539750" y="478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4745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M: kleine Schriftgröß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Titelmasterformat durch </a:t>
            </a:r>
            <a:br>
              <a:rPr lang="de-DE" dirty="0"/>
            </a:br>
            <a:r>
              <a:rPr lang="de-DE" dirty="0"/>
              <a:t>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40000" y="1151999"/>
            <a:ext cx="6480000" cy="3546001"/>
          </a:xfrm>
        </p:spPr>
        <p:txBody>
          <a:bodyPr/>
          <a:lstStyle>
            <a:lvl1pPr marL="270000" indent="-270000">
              <a:lnSpc>
                <a:spcPts val="1600"/>
              </a:lnSpc>
              <a:spcBef>
                <a:spcPts val="1000"/>
              </a:spcBef>
              <a:spcAft>
                <a:spcPts val="0"/>
              </a:spcAft>
              <a:buClr>
                <a:schemeClr val="tx2"/>
              </a:buClr>
              <a:buFont typeface="+mj-lt"/>
              <a:buAutoNum type="arabicPeriod"/>
              <a:defRPr sz="1300">
                <a:solidFill>
                  <a:schemeClr val="tx2"/>
                </a:solidFill>
              </a:defRPr>
            </a:lvl1pPr>
            <a:lvl2pPr marL="270000" indent="-270000">
              <a:lnSpc>
                <a:spcPts val="1600"/>
              </a:lnSpc>
              <a:spcBef>
                <a:spcPts val="0"/>
              </a:spcBef>
              <a:buFont typeface=".AppleSystemUIFont" charset="0"/>
              <a:buChar char="–"/>
              <a:defRPr sz="1300">
                <a:solidFill>
                  <a:schemeClr val="tx2"/>
                </a:solidFill>
              </a:defRPr>
            </a:lvl2pPr>
            <a:lvl3pPr marL="540000" indent="-27000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chemeClr val="tx2"/>
                </a:solidFill>
              </a:defRPr>
            </a:lvl3pPr>
            <a:lvl4pPr marL="540000" indent="-270000">
              <a:lnSpc>
                <a:spcPts val="1600"/>
              </a:lnSpc>
              <a:spcBef>
                <a:spcPts val="0"/>
              </a:spcBef>
              <a:defRPr sz="1300">
                <a:solidFill>
                  <a:schemeClr val="tx2"/>
                </a:solidFill>
              </a:defRPr>
            </a:lvl4pPr>
            <a:lvl5pPr marL="810000" indent="-270000">
              <a:lnSpc>
                <a:spcPts val="1600"/>
              </a:lnSpc>
              <a:spcBef>
                <a:spcPts val="0"/>
              </a:spcBef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10.02.2017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Thema der Präsentation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‹#›</a:t>
            </a:fld>
            <a:endParaRPr lang="de-DE"/>
          </a:p>
        </p:txBody>
      </p:sp>
      <p:cxnSp>
        <p:nvCxnSpPr>
          <p:cNvPr id="7" name="Gerade Verbindung 6"/>
          <p:cNvCxnSpPr/>
          <p:nvPr userDrawn="1"/>
        </p:nvCxnSpPr>
        <p:spPr>
          <a:xfrm>
            <a:off x="540000" y="100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7"/>
          <p:cNvCxnSpPr/>
          <p:nvPr userDrawn="1"/>
        </p:nvCxnSpPr>
        <p:spPr>
          <a:xfrm>
            <a:off x="539750" y="478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1-spaltig, univer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10.02.2017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Thema der Präsentation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‹#›</a:t>
            </a:fld>
            <a:endParaRPr lang="de-DE"/>
          </a:p>
        </p:txBody>
      </p:sp>
      <p:sp>
        <p:nvSpPr>
          <p:cNvPr id="9" name="Inhaltsplatzhalter 8"/>
          <p:cNvSpPr>
            <a:spLocks noGrp="1"/>
          </p:cNvSpPr>
          <p:nvPr>
            <p:ph sz="quarter" idx="13"/>
          </p:nvPr>
        </p:nvSpPr>
        <p:spPr>
          <a:xfrm>
            <a:off x="539750" y="1152000"/>
            <a:ext cx="6822250" cy="35460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cxnSp>
        <p:nvCxnSpPr>
          <p:cNvPr id="7" name="Gerade Verbindung 6"/>
          <p:cNvCxnSpPr/>
          <p:nvPr userDrawn="1"/>
        </p:nvCxnSpPr>
        <p:spPr>
          <a:xfrm>
            <a:off x="540000" y="100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7"/>
          <p:cNvCxnSpPr/>
          <p:nvPr userDrawn="1"/>
        </p:nvCxnSpPr>
        <p:spPr>
          <a:xfrm>
            <a:off x="539750" y="478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1890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2-spaltig, nu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10.02.2017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Thema der Präsentation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‹#›</a:t>
            </a:fld>
            <a:endParaRPr lang="de-DE"/>
          </a:p>
        </p:txBody>
      </p:sp>
      <p:sp>
        <p:nvSpPr>
          <p:cNvPr id="9" name="Inhaltsplatzhalter 8"/>
          <p:cNvSpPr>
            <a:spLocks noGrp="1"/>
          </p:cNvSpPr>
          <p:nvPr>
            <p:ph sz="quarter" idx="13"/>
          </p:nvPr>
        </p:nvSpPr>
        <p:spPr>
          <a:xfrm>
            <a:off x="539750" y="1152000"/>
            <a:ext cx="8064250" cy="35460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cxnSp>
        <p:nvCxnSpPr>
          <p:cNvPr id="7" name="Gerade Verbindung 6"/>
          <p:cNvCxnSpPr/>
          <p:nvPr userDrawn="1"/>
        </p:nvCxnSpPr>
        <p:spPr>
          <a:xfrm>
            <a:off x="540000" y="100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7"/>
          <p:cNvCxnSpPr/>
          <p:nvPr userDrawn="1"/>
        </p:nvCxnSpPr>
        <p:spPr>
          <a:xfrm>
            <a:off x="539750" y="478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4406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2-spaltig, univer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10.02.2017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Thema der Präsentation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‹#›</a:t>
            </a:fld>
            <a:endParaRPr lang="de-DE"/>
          </a:p>
        </p:txBody>
      </p:sp>
      <p:sp>
        <p:nvSpPr>
          <p:cNvPr id="9" name="Inhaltsplatzhalter 8"/>
          <p:cNvSpPr>
            <a:spLocks noGrp="1"/>
          </p:cNvSpPr>
          <p:nvPr>
            <p:ph sz="quarter" idx="13"/>
          </p:nvPr>
        </p:nvSpPr>
        <p:spPr>
          <a:xfrm>
            <a:off x="539750" y="1152000"/>
            <a:ext cx="3924000" cy="35460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" name="Inhaltsplatzhalter 8"/>
          <p:cNvSpPr>
            <a:spLocks noGrp="1"/>
          </p:cNvSpPr>
          <p:nvPr>
            <p:ph sz="quarter" idx="14"/>
          </p:nvPr>
        </p:nvSpPr>
        <p:spPr>
          <a:xfrm>
            <a:off x="4680000" y="1152000"/>
            <a:ext cx="3924000" cy="35460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cxnSp>
        <p:nvCxnSpPr>
          <p:cNvPr id="8" name="Gerade Verbindung 7"/>
          <p:cNvCxnSpPr/>
          <p:nvPr userDrawn="1"/>
        </p:nvCxnSpPr>
        <p:spPr>
          <a:xfrm>
            <a:off x="540000" y="100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10"/>
          <p:cNvCxnSpPr/>
          <p:nvPr userDrawn="1"/>
        </p:nvCxnSpPr>
        <p:spPr>
          <a:xfrm>
            <a:off x="539750" y="478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5064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2-spaltig,  1 z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10.02.2017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Thema der Präsentation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/>
          </p:nvPr>
        </p:nvSpPr>
        <p:spPr>
          <a:xfrm>
            <a:off x="539750" y="1152000"/>
            <a:ext cx="2544763" cy="35460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1" name="Inhaltsplatzhalter 10"/>
          <p:cNvSpPr>
            <a:spLocks noGrp="1"/>
          </p:cNvSpPr>
          <p:nvPr>
            <p:ph sz="quarter" idx="14"/>
          </p:nvPr>
        </p:nvSpPr>
        <p:spPr>
          <a:xfrm>
            <a:off x="3301750" y="1152000"/>
            <a:ext cx="5302250" cy="35460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cxnSp>
        <p:nvCxnSpPr>
          <p:cNvPr id="8" name="Gerade Verbindung 7"/>
          <p:cNvCxnSpPr/>
          <p:nvPr userDrawn="1"/>
        </p:nvCxnSpPr>
        <p:spPr>
          <a:xfrm>
            <a:off x="540000" y="100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8"/>
          <p:cNvCxnSpPr/>
          <p:nvPr userDrawn="1"/>
        </p:nvCxnSpPr>
        <p:spPr>
          <a:xfrm>
            <a:off x="539750" y="478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5757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Marginal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10.02.2017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Thema der Präsentation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/>
          </p:nvPr>
        </p:nvSpPr>
        <p:spPr>
          <a:xfrm>
            <a:off x="6732000" y="1152000"/>
            <a:ext cx="1872000" cy="3546000"/>
          </a:xfrm>
          <a:solidFill>
            <a:srgbClr val="00AFF0"/>
          </a:solidFill>
        </p:spPr>
        <p:txBody>
          <a:bodyPr lIns="72000" tIns="72000" rIns="72000" bIns="72000"/>
          <a:lstStyle>
            <a:lvl1pPr>
              <a:lnSpc>
                <a:spcPts val="1200"/>
              </a:lnSpc>
              <a:defRPr sz="900">
                <a:solidFill>
                  <a:schemeClr val="bg1"/>
                </a:solidFill>
              </a:defRPr>
            </a:lvl1pPr>
            <a:lvl2pPr marL="180000" indent="-180000">
              <a:lnSpc>
                <a:spcPts val="1200"/>
              </a:lnSpc>
              <a:defRPr sz="900">
                <a:solidFill>
                  <a:schemeClr val="bg1"/>
                </a:solidFill>
              </a:defRPr>
            </a:lvl2pPr>
            <a:lvl3pPr marL="180000" indent="-180000">
              <a:lnSpc>
                <a:spcPts val="1200"/>
              </a:lnSpc>
              <a:defRPr sz="900">
                <a:solidFill>
                  <a:schemeClr val="bg1"/>
                </a:solidFill>
              </a:defRPr>
            </a:lvl3pPr>
            <a:lvl4pPr marL="360000" indent="-180000">
              <a:lnSpc>
                <a:spcPts val="1200"/>
              </a:lnSpc>
              <a:defRPr sz="900">
                <a:solidFill>
                  <a:schemeClr val="bg1"/>
                </a:solidFill>
              </a:defRPr>
            </a:lvl4pPr>
            <a:lvl5pPr marL="540000" indent="-180000">
              <a:lnSpc>
                <a:spcPts val="1200"/>
              </a:lnSpc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1" name="Inhaltsplatzhalter 10"/>
          <p:cNvSpPr>
            <a:spLocks noGrp="1"/>
          </p:cNvSpPr>
          <p:nvPr>
            <p:ph sz="quarter" idx="14"/>
          </p:nvPr>
        </p:nvSpPr>
        <p:spPr>
          <a:xfrm>
            <a:off x="539750" y="1151999"/>
            <a:ext cx="5940000" cy="3546001"/>
          </a:xfrm>
        </p:spPr>
        <p:txBody>
          <a:bodyPr/>
          <a:lstStyle>
            <a:lvl1pPr>
              <a:lnSpc>
                <a:spcPts val="2100"/>
              </a:lnSpc>
              <a:defRPr>
                <a:solidFill>
                  <a:schemeClr val="tx2"/>
                </a:solidFill>
              </a:defRPr>
            </a:lvl1pPr>
            <a:lvl2pPr>
              <a:lnSpc>
                <a:spcPts val="2100"/>
              </a:lnSpc>
              <a:defRPr>
                <a:solidFill>
                  <a:schemeClr val="tx2"/>
                </a:solidFill>
              </a:defRPr>
            </a:lvl2pPr>
            <a:lvl3pPr>
              <a:lnSpc>
                <a:spcPts val="2100"/>
              </a:lnSpc>
              <a:defRPr>
                <a:solidFill>
                  <a:schemeClr val="tx2"/>
                </a:solidFill>
              </a:defRPr>
            </a:lvl3pPr>
            <a:lvl4pPr>
              <a:lnSpc>
                <a:spcPts val="2100"/>
              </a:lnSpc>
              <a:defRPr>
                <a:solidFill>
                  <a:schemeClr val="tx2"/>
                </a:solidFill>
              </a:defRPr>
            </a:lvl4pPr>
            <a:lvl5pPr>
              <a:lnSpc>
                <a:spcPts val="2100"/>
              </a:lnSpc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cxnSp>
        <p:nvCxnSpPr>
          <p:cNvPr id="8" name="Gerade Verbindung 7"/>
          <p:cNvCxnSpPr/>
          <p:nvPr userDrawn="1"/>
        </p:nvCxnSpPr>
        <p:spPr>
          <a:xfrm>
            <a:off x="540000" y="100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8"/>
          <p:cNvCxnSpPr/>
          <p:nvPr userDrawn="1"/>
        </p:nvCxnSpPr>
        <p:spPr>
          <a:xfrm>
            <a:off x="539750" y="478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2-spaltig, Bilder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10.02.2017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Thema der Präsentation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‹#›</a:t>
            </a:fld>
            <a:endParaRPr lang="de-DE"/>
          </a:p>
        </p:txBody>
      </p:sp>
      <p:sp>
        <p:nvSpPr>
          <p:cNvPr id="13" name="Bildplatzhalter 12"/>
          <p:cNvSpPr>
            <a:spLocks noGrp="1"/>
          </p:cNvSpPr>
          <p:nvPr>
            <p:ph type="pic" sz="quarter" idx="16"/>
          </p:nvPr>
        </p:nvSpPr>
        <p:spPr>
          <a:xfrm>
            <a:off x="539750" y="1188000"/>
            <a:ext cx="3924000" cy="2473201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4" name="Bildplatzhalter 12"/>
          <p:cNvSpPr>
            <a:spLocks noGrp="1"/>
          </p:cNvSpPr>
          <p:nvPr>
            <p:ph type="pic" sz="quarter" idx="17"/>
          </p:nvPr>
        </p:nvSpPr>
        <p:spPr>
          <a:xfrm>
            <a:off x="4680250" y="1188000"/>
            <a:ext cx="3924000" cy="2471526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18"/>
          </p:nvPr>
        </p:nvSpPr>
        <p:spPr>
          <a:xfrm>
            <a:off x="539750" y="3815999"/>
            <a:ext cx="3924000" cy="8820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1" name="Inhaltsplatzhalter 10"/>
          <p:cNvSpPr>
            <a:spLocks noGrp="1"/>
          </p:cNvSpPr>
          <p:nvPr>
            <p:ph sz="quarter" idx="19"/>
          </p:nvPr>
        </p:nvSpPr>
        <p:spPr>
          <a:xfrm>
            <a:off x="4678363" y="3816000"/>
            <a:ext cx="3924000" cy="882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cxnSp>
        <p:nvCxnSpPr>
          <p:cNvPr id="10" name="Gerade Verbindung 9"/>
          <p:cNvCxnSpPr/>
          <p:nvPr userDrawn="1"/>
        </p:nvCxnSpPr>
        <p:spPr>
          <a:xfrm>
            <a:off x="540000" y="100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11"/>
          <p:cNvCxnSpPr/>
          <p:nvPr userDrawn="1"/>
        </p:nvCxnSpPr>
        <p:spPr>
          <a:xfrm>
            <a:off x="539750" y="478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85848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3-spaltig, Bilder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10.02.2017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Thema der Präsentation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‹#›</a:t>
            </a:fld>
            <a:endParaRPr lang="de-DE"/>
          </a:p>
        </p:txBody>
      </p:sp>
      <p:sp>
        <p:nvSpPr>
          <p:cNvPr id="13" name="Bildplatzhalter 12"/>
          <p:cNvSpPr>
            <a:spLocks noGrp="1"/>
          </p:cNvSpPr>
          <p:nvPr>
            <p:ph type="pic" sz="quarter" idx="16"/>
          </p:nvPr>
        </p:nvSpPr>
        <p:spPr>
          <a:xfrm>
            <a:off x="3302000" y="1188000"/>
            <a:ext cx="2545200" cy="2019601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4" name="Bildplatzhalter 12"/>
          <p:cNvSpPr>
            <a:spLocks noGrp="1"/>
          </p:cNvSpPr>
          <p:nvPr>
            <p:ph type="pic" sz="quarter" idx="17"/>
          </p:nvPr>
        </p:nvSpPr>
        <p:spPr>
          <a:xfrm>
            <a:off x="539313" y="1188000"/>
            <a:ext cx="2545200" cy="2019601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5" name="Bildplatzhalter 12"/>
          <p:cNvSpPr>
            <a:spLocks noGrp="1"/>
          </p:cNvSpPr>
          <p:nvPr>
            <p:ph type="pic" sz="quarter" idx="18"/>
          </p:nvPr>
        </p:nvSpPr>
        <p:spPr>
          <a:xfrm>
            <a:off x="6059488" y="1188000"/>
            <a:ext cx="2545200" cy="20196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19"/>
          </p:nvPr>
        </p:nvSpPr>
        <p:spPr>
          <a:xfrm>
            <a:off x="539750" y="3348000"/>
            <a:ext cx="5302800" cy="1332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cxnSp>
        <p:nvCxnSpPr>
          <p:cNvPr id="10" name="Gerade Verbindung 9"/>
          <p:cNvCxnSpPr/>
          <p:nvPr userDrawn="1"/>
        </p:nvCxnSpPr>
        <p:spPr>
          <a:xfrm>
            <a:off x="540000" y="100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10"/>
          <p:cNvCxnSpPr/>
          <p:nvPr userDrawn="1"/>
        </p:nvCxnSpPr>
        <p:spPr>
          <a:xfrm>
            <a:off x="539750" y="478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82647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2-spaltig, Bilder, 4er Grup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10.02.2017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Thema der Präsentation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‹#›</a:t>
            </a:fld>
            <a:endParaRPr lang="de-DE"/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3"/>
          </p:nvPr>
        </p:nvSpPr>
        <p:spPr>
          <a:xfrm>
            <a:off x="4678113" y="1227600"/>
            <a:ext cx="1854000" cy="1544401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0" name="Bildplatzhalter 8"/>
          <p:cNvSpPr>
            <a:spLocks noGrp="1"/>
          </p:cNvSpPr>
          <p:nvPr>
            <p:ph type="pic" sz="quarter" idx="14"/>
          </p:nvPr>
        </p:nvSpPr>
        <p:spPr>
          <a:xfrm>
            <a:off x="6749750" y="1227600"/>
            <a:ext cx="1854000" cy="1544402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1" name="Bildplatzhalter 8"/>
          <p:cNvSpPr>
            <a:spLocks noGrp="1"/>
          </p:cNvSpPr>
          <p:nvPr>
            <p:ph type="pic" sz="quarter" idx="15"/>
          </p:nvPr>
        </p:nvSpPr>
        <p:spPr>
          <a:xfrm>
            <a:off x="6750000" y="2987115"/>
            <a:ext cx="1854000" cy="15444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2" name="Bildplatzhalter 8"/>
          <p:cNvSpPr>
            <a:spLocks noGrp="1"/>
          </p:cNvSpPr>
          <p:nvPr>
            <p:ph type="pic" sz="quarter" idx="16"/>
          </p:nvPr>
        </p:nvSpPr>
        <p:spPr>
          <a:xfrm>
            <a:off x="4678113" y="2987115"/>
            <a:ext cx="1854000" cy="15444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17"/>
          </p:nvPr>
        </p:nvSpPr>
        <p:spPr>
          <a:xfrm>
            <a:off x="540000" y="1188000"/>
            <a:ext cx="3923750" cy="35100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cxnSp>
        <p:nvCxnSpPr>
          <p:cNvPr id="13" name="Gerade Verbindung 12"/>
          <p:cNvCxnSpPr/>
          <p:nvPr userDrawn="1"/>
        </p:nvCxnSpPr>
        <p:spPr>
          <a:xfrm>
            <a:off x="540000" y="100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13"/>
          <p:cNvCxnSpPr/>
          <p:nvPr userDrawn="1"/>
        </p:nvCxnSpPr>
        <p:spPr>
          <a:xfrm>
            <a:off x="539750" y="478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61223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ganzseitiger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0" y="1080000"/>
            <a:ext cx="9144000" cy="36724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2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Bildfolie</a:t>
            </a:r>
            <a:br>
              <a:rPr lang="de-DE" dirty="0"/>
            </a:br>
            <a:r>
              <a:rPr lang="de-DE" dirty="0"/>
              <a:t>Folie mit nur einem Bild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10.02.2017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Thema der Präsentation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‹#›</a:t>
            </a:fld>
            <a:endParaRPr lang="de-DE"/>
          </a:p>
        </p:txBody>
      </p:sp>
      <p:sp>
        <p:nvSpPr>
          <p:cNvPr id="8" name="Bildplatzhalter 6"/>
          <p:cNvSpPr>
            <a:spLocks noGrp="1"/>
          </p:cNvSpPr>
          <p:nvPr>
            <p:ph type="pic" sz="quarter" idx="14"/>
          </p:nvPr>
        </p:nvSpPr>
        <p:spPr>
          <a:xfrm>
            <a:off x="0" y="987574"/>
            <a:ext cx="9144000" cy="3818426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1840255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6822000" cy="71757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Überschrift</a:t>
            </a:r>
            <a:br>
              <a:rPr lang="de-DE" dirty="0"/>
            </a:br>
            <a:r>
              <a:rPr lang="de-DE" dirty="0" err="1"/>
              <a:t>Verdana</a:t>
            </a:r>
            <a:r>
              <a:rPr lang="de-DE" dirty="0"/>
              <a:t> </a:t>
            </a:r>
            <a:r>
              <a:rPr lang="de-DE" dirty="0" err="1"/>
              <a:t>Bold</a:t>
            </a:r>
            <a:r>
              <a:rPr lang="de-DE" dirty="0"/>
              <a:t>, 19 </a:t>
            </a:r>
            <a:r>
              <a:rPr lang="de-DE" dirty="0" err="1"/>
              <a:t>pt</a:t>
            </a:r>
            <a:r>
              <a:rPr lang="de-DE" dirty="0"/>
              <a:t>, ZAB 25 </a:t>
            </a:r>
            <a:r>
              <a:rPr lang="de-DE" dirty="0" err="1"/>
              <a:t>pt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540000" y="1152000"/>
            <a:ext cx="6822000" cy="35460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540000" y="4878000"/>
            <a:ext cx="900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10.02.2017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602000" y="4878000"/>
            <a:ext cx="5760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 dirty="0"/>
              <a:t>Thema der Präsentation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884000" y="4878000"/>
            <a:ext cx="720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AA9ED74F-9508-4ED9-B334-15F84E4ED6ED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0000" y="180000"/>
            <a:ext cx="1255743" cy="89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336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2" r:id="rId4"/>
    <p:sldLayoutId id="2147483664" r:id="rId5"/>
    <p:sldLayoutId id="2147483674" r:id="rId6"/>
    <p:sldLayoutId id="2147483672" r:id="rId7"/>
    <p:sldLayoutId id="2147483671" r:id="rId8"/>
    <p:sldLayoutId id="2147483670" r:id="rId9"/>
    <p:sldLayoutId id="2147483669" r:id="rId10"/>
    <p:sldLayoutId id="2147483673" r:id="rId11"/>
    <p:sldLayoutId id="2147483666" r:id="rId12"/>
    <p:sldLayoutId id="2147483665" r:id="rId13"/>
    <p:sldLayoutId id="2147483667" r:id="rId14"/>
    <p:sldLayoutId id="2147483654" r:id="rId15"/>
  </p:sldLayoutIdLst>
  <p:hf hdr="0"/>
  <p:txStyles>
    <p:titleStyle>
      <a:lvl1pPr algn="l" defTabSz="914400" rtl="0" eaLnBrk="1" latinLnBrk="0" hangingPunct="1">
        <a:lnSpc>
          <a:spcPts val="2500"/>
        </a:lnSpc>
        <a:spcBef>
          <a:spcPct val="0"/>
        </a:spcBef>
        <a:buNone/>
        <a:defRPr sz="1900" b="1" kern="1200">
          <a:solidFill>
            <a:schemeClr val="tx2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0" indent="0" algn="l" defTabSz="914400" rtl="0" eaLnBrk="1" latinLnBrk="0" hangingPunct="1">
        <a:lnSpc>
          <a:spcPts val="2100"/>
        </a:lnSpc>
        <a:spcBef>
          <a:spcPts val="0"/>
        </a:spcBef>
        <a:buFontTx/>
        <a:buNone/>
        <a:defRPr sz="1600" kern="1200">
          <a:solidFill>
            <a:schemeClr val="tx2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360000" indent="-360000" algn="l" defTabSz="914400" rtl="0" eaLnBrk="1" latinLnBrk="0" hangingPunct="1">
        <a:lnSpc>
          <a:spcPts val="2100"/>
        </a:lnSpc>
        <a:spcBef>
          <a:spcPts val="0"/>
        </a:spcBef>
        <a:buFont typeface=".AppleSystemUIFont" charset="-120"/>
        <a:buChar char="–"/>
        <a:defRPr sz="1600" kern="1200">
          <a:solidFill>
            <a:schemeClr val="tx2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360000" indent="-360000" algn="l" defTabSz="914400" rtl="0" eaLnBrk="1" latinLnBrk="0" hangingPunct="1">
        <a:lnSpc>
          <a:spcPts val="2100"/>
        </a:lnSpc>
        <a:spcBef>
          <a:spcPts val="0"/>
        </a:spcBef>
        <a:buFont typeface="+mj-lt"/>
        <a:buAutoNum type="arabicPeriod"/>
        <a:defRPr sz="1600" kern="1200">
          <a:solidFill>
            <a:schemeClr val="tx2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630000" indent="-270000" algn="l" defTabSz="914400" rtl="0" eaLnBrk="1" latinLnBrk="0" hangingPunct="1">
        <a:lnSpc>
          <a:spcPts val="2100"/>
        </a:lnSpc>
        <a:spcBef>
          <a:spcPts val="0"/>
        </a:spcBef>
        <a:buFont typeface=".AppleSystemUIFont" charset="-120"/>
        <a:buChar char="–"/>
        <a:defRPr sz="1600" kern="1200">
          <a:solidFill>
            <a:schemeClr val="tx2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900000" indent="-270000" algn="l" defTabSz="914400" rtl="0" eaLnBrk="1" latinLnBrk="0" hangingPunct="1">
        <a:lnSpc>
          <a:spcPts val="2100"/>
        </a:lnSpc>
        <a:spcBef>
          <a:spcPts val="0"/>
        </a:spcBef>
        <a:buFont typeface=".AppleSystemUIFont" charset="-120"/>
        <a:buChar char="–"/>
        <a:tabLst/>
        <a:defRPr sz="1600" kern="1200">
          <a:solidFill>
            <a:schemeClr val="tx2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recode@bam.de" TargetMode="Externa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/>
              <a:t>RECODe</a:t>
            </a:r>
            <a:r>
              <a:rPr lang="de-DE" dirty="0"/>
              <a:t> – </a:t>
            </a:r>
            <a:r>
              <a:rPr lang="en-US" dirty="0"/>
              <a:t>Crash Course On Research Coding &amp; Development</a:t>
            </a:r>
            <a:endParaRPr lang="de-DE" dirty="0"/>
          </a:p>
        </p:txBody>
      </p:sp>
      <p:sp>
        <p:nvSpPr>
          <p:cNvPr id="13" name="Untertitel 1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49763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459BE9-5361-0EF5-4AA5-0D102506E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Reminders &amp; Announcements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79C5475-F2AC-932D-9165-A3C4A8BA2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25.06.2026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75390E3-A953-EFFA-D9D1-9EB9CCE5C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2</a:t>
            </a:fld>
            <a:endParaRPr lang="de-DE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6B3BD96-A162-1312-656B-3239B48A5A2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9750" y="1152000"/>
            <a:ext cx="7798338" cy="3546001"/>
          </a:xfrm>
        </p:spPr>
        <p:txBody>
          <a:bodyPr>
            <a:normAutofit fontScale="77500" lnSpcReduction="2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dirty="0"/>
              <a:t>We have updated and sent an invitation for 30.07.2026 (check Teams or email, </a:t>
            </a:r>
            <a:r>
              <a:rPr lang="en-GB" dirty="0">
                <a:hlinkClick r:id="rId2"/>
              </a:rPr>
              <a:t>recode@bam.de</a:t>
            </a:r>
            <a:r>
              <a:rPr lang="en-GB" dirty="0"/>
              <a:t>)</a:t>
            </a:r>
          </a:p>
          <a:p>
            <a:pPr marL="342900" indent="-342900">
              <a:buFont typeface="+mj-lt"/>
              <a:buAutoNum type="arabicPeriod"/>
            </a:pPr>
            <a:endParaRPr lang="en-GB" dirty="0"/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30.07.2026 session (2h): individual projects</a:t>
            </a:r>
            <a:r>
              <a:rPr lang="en-GB" dirty="0">
                <a:sym typeface="Wingdings" panose="05000000000000000000" pitchFamily="2" charset="2"/>
              </a:rPr>
              <a:t> Hackathon session</a:t>
            </a:r>
          </a:p>
          <a:p>
            <a:pPr marL="702900" lvl="1" indent="-342900">
              <a:buFont typeface="Arial" panose="020B0604020202020204" pitchFamily="34" charset="0"/>
              <a:buChar char="•"/>
            </a:pPr>
            <a:r>
              <a:rPr lang="en-GB" dirty="0">
                <a:sym typeface="Wingdings" panose="05000000000000000000" pitchFamily="2" charset="2"/>
              </a:rPr>
              <a:t>Spend some time thinking (or asking ChatGPT / Copilot / …) about a project you want to do using Python</a:t>
            </a:r>
          </a:p>
          <a:p>
            <a:pPr marL="702900" lvl="1" indent="-342900">
              <a:buFont typeface="Arial" panose="020B0604020202020204" pitchFamily="34" charset="0"/>
              <a:buChar char="•"/>
            </a:pPr>
            <a:r>
              <a:rPr lang="en-GB" dirty="0">
                <a:sym typeface="Wingdings" panose="05000000000000000000" pitchFamily="2" charset="2"/>
              </a:rPr>
              <a:t>It can be done individually, in groups…, whatever you prefer</a:t>
            </a:r>
          </a:p>
          <a:p>
            <a:pPr marL="702900" lvl="1" indent="-342900">
              <a:buFont typeface="Arial" panose="020B0604020202020204" pitchFamily="34" charset="0"/>
              <a:buChar char="•"/>
            </a:pPr>
            <a:r>
              <a:rPr lang="en-GB" dirty="0">
                <a:sym typeface="Wingdings" panose="05000000000000000000" pitchFamily="2" charset="2"/>
              </a:rPr>
              <a:t>Ask for feedback in Teams if needed  we can also suggest projects</a:t>
            </a:r>
          </a:p>
          <a:p>
            <a:pPr marL="702900" lvl="1" indent="-342900">
              <a:buFont typeface="Arial" panose="020B0604020202020204" pitchFamily="34" charset="0"/>
              <a:buChar char="•"/>
            </a:pPr>
            <a:r>
              <a:rPr lang="en-GB" dirty="0">
                <a:sym typeface="Wingdings" panose="05000000000000000000" pitchFamily="2" charset="2"/>
              </a:rPr>
              <a:t>Examples: data analysis pipeline, plotting &amp; interactive dashboards, data modelling…</a:t>
            </a:r>
          </a:p>
          <a:p>
            <a:pPr marL="702900" lvl="1" indent="-342900">
              <a:buFont typeface="Arial" panose="020B0604020202020204" pitchFamily="34" charset="0"/>
              <a:buChar char="•"/>
            </a:pPr>
            <a:r>
              <a:rPr lang="en-GB" b="1" dirty="0">
                <a:sym typeface="Wingdings" panose="05000000000000000000" pitchFamily="2" charset="2"/>
              </a:rPr>
              <a:t>Next session: we will talk in detail about the format &amp; answer any doubt</a:t>
            </a:r>
          </a:p>
          <a:p>
            <a:pPr marL="342900" indent="-342900">
              <a:buFont typeface="+mj-lt"/>
              <a:buAutoNum type="arabicPeriod"/>
            </a:pPr>
            <a:endParaRPr lang="en-GB" dirty="0"/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Suggestion: prepare briefly before coming to the course </a:t>
            </a:r>
            <a:r>
              <a:rPr lang="en-GB" dirty="0">
                <a:sym typeface="Wingdings" panose="05000000000000000000" pitchFamily="2" charset="2"/>
              </a:rPr>
              <a:t> simply read the docu page or the </a:t>
            </a:r>
            <a:r>
              <a:rPr lang="en-GB" dirty="0" err="1">
                <a:sym typeface="Wingdings" panose="05000000000000000000" pitchFamily="2" charset="2"/>
              </a:rPr>
              <a:t>Jupyter</a:t>
            </a:r>
            <a:r>
              <a:rPr lang="en-GB" dirty="0">
                <a:sym typeface="Wingdings" panose="05000000000000000000" pitchFamily="2" charset="2"/>
              </a:rPr>
              <a:t> notebook from last day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02358893"/>
      </p:ext>
    </p:extLst>
  </p:cSld>
  <p:clrMapOvr>
    <a:masterClrMapping/>
  </p:clrMapOvr>
</p:sld>
</file>

<file path=ppt/theme/theme1.xml><?xml version="1.0" encoding="utf-8"?>
<a:theme xmlns:a="http://schemas.openxmlformats.org/drawingml/2006/main" name="BAM_16zu9_master">
  <a:themeElements>
    <a:clrScheme name="BAM">
      <a:dk1>
        <a:srgbClr val="000000"/>
      </a:dk1>
      <a:lt1>
        <a:sysClr val="window" lastClr="FFFFFF"/>
      </a:lt1>
      <a:dk2>
        <a:srgbClr val="002832"/>
      </a:dk2>
      <a:lt2>
        <a:srgbClr val="FFFFFF"/>
      </a:lt2>
      <a:accent1>
        <a:srgbClr val="D2001E"/>
      </a:accent1>
      <a:accent2>
        <a:srgbClr val="501919"/>
      </a:accent2>
      <a:accent3>
        <a:srgbClr val="00AFF0"/>
      </a:accent3>
      <a:accent4>
        <a:srgbClr val="00556E"/>
      </a:accent4>
      <a:accent5>
        <a:srgbClr val="8CB40F"/>
      </a:accent5>
      <a:accent6>
        <a:srgbClr val="FFFF00"/>
      </a:accent6>
      <a:hlink>
        <a:srgbClr val="002832"/>
      </a:hlink>
      <a:folHlink>
        <a:srgbClr val="002832"/>
      </a:folHlink>
    </a:clrScheme>
    <a:fontScheme name="BAM Tex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>
          <a:lnSpc>
            <a:spcPts val="2100"/>
          </a:lnSpc>
          <a:defRPr sz="1600" dirty="0"/>
        </a:defPPr>
      </a:lstStyle>
    </a:txDef>
  </a:objectDefaults>
  <a:extraClrSchemeLst>
    <a:extraClrScheme>
      <a:clrScheme name="BAM Farben">
        <a:dk1>
          <a:sysClr val="windowText" lastClr="000000"/>
        </a:dk1>
        <a:lt1>
          <a:sysClr val="window" lastClr="FFFFFF"/>
        </a:lt1>
        <a:dk2>
          <a:srgbClr val="002832"/>
        </a:dk2>
        <a:lt2>
          <a:srgbClr val="FFFFFF"/>
        </a:lt2>
        <a:accent1>
          <a:srgbClr val="D2001E"/>
        </a:accent1>
        <a:accent2>
          <a:srgbClr val="501919"/>
        </a:accent2>
        <a:accent3>
          <a:srgbClr val="00AFF0"/>
        </a:accent3>
        <a:accent4>
          <a:srgbClr val="00556E"/>
        </a:accent4>
        <a:accent5>
          <a:srgbClr val="8CB40F"/>
        </a:accent5>
        <a:accent6>
          <a:srgbClr val="FFFF00"/>
        </a:accent6>
        <a:hlink>
          <a:srgbClr val="002832"/>
        </a:hlink>
        <a:folHlink>
          <a:srgbClr val="002832"/>
        </a:folHlink>
      </a:clrScheme>
    </a:extraClrScheme>
  </a:extraClrSchemeLst>
  <a:extLst>
    <a:ext uri="{05A4C25C-085E-4340-85A3-A5531E510DB2}">
      <thm15:themeFamily xmlns:thm15="http://schemas.microsoft.com/office/thememl/2012/main" name="BAM_16zu9_master" id="{C9821BEF-2ACB-2B4B-8DCE-EE3870480A58}" vid="{C73E6368-F41D-804E-8BA9-C0FF5A538FBE}"/>
    </a:ext>
  </a:extLst>
</a:theme>
</file>

<file path=ppt/theme/theme2.xml><?xml version="1.0" encoding="utf-8"?>
<a:theme xmlns:a="http://schemas.openxmlformats.org/drawingml/2006/main" name="BAM - Master">
  <a:themeElements>
    <a:clrScheme name="BAM">
      <a:dk1>
        <a:srgbClr val="002832"/>
      </a:dk1>
      <a:lt1>
        <a:sysClr val="window" lastClr="FFFFFF"/>
      </a:lt1>
      <a:dk2>
        <a:srgbClr val="002832"/>
      </a:dk2>
      <a:lt2>
        <a:srgbClr val="FFFFFF"/>
      </a:lt2>
      <a:accent1>
        <a:srgbClr val="D2001E"/>
      </a:accent1>
      <a:accent2>
        <a:srgbClr val="501919"/>
      </a:accent2>
      <a:accent3>
        <a:srgbClr val="00AFF0"/>
      </a:accent3>
      <a:accent4>
        <a:srgbClr val="00556E"/>
      </a:accent4>
      <a:accent5>
        <a:srgbClr val="8CB40F"/>
      </a:accent5>
      <a:accent6>
        <a:srgbClr val="FFDC00"/>
      </a:accent6>
      <a:hlink>
        <a:srgbClr val="DC2328"/>
      </a:hlink>
      <a:folHlink>
        <a:srgbClr val="00556E"/>
      </a:folHlink>
    </a:clrScheme>
    <a:fontScheme name="BAM Tex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lIns="0" tIns="0" rIns="0" bIns="0" rtlCol="0">
        <a:noAutofit/>
      </a:bodyPr>
      <a:lstStyle>
        <a:defPPr>
          <a:lnSpc>
            <a:spcPts val="2100"/>
          </a:lnSpc>
          <a:defRPr sz="1600" dirty="0"/>
        </a:defPPr>
      </a:lstStyle>
    </a:txDef>
  </a:objectDefaults>
  <a:extraClrSchemeLst>
    <a:extraClrScheme>
      <a:clrScheme name="BAM Farben">
        <a:dk1>
          <a:sysClr val="windowText" lastClr="000000"/>
        </a:dk1>
        <a:lt1>
          <a:sysClr val="window" lastClr="FFFFFF"/>
        </a:lt1>
        <a:dk2>
          <a:srgbClr val="002832"/>
        </a:dk2>
        <a:lt2>
          <a:srgbClr val="FFFFFF"/>
        </a:lt2>
        <a:accent1>
          <a:srgbClr val="D2001E"/>
        </a:accent1>
        <a:accent2>
          <a:srgbClr val="501919"/>
        </a:accent2>
        <a:accent3>
          <a:srgbClr val="00AFF0"/>
        </a:accent3>
        <a:accent4>
          <a:srgbClr val="00556E"/>
        </a:accent4>
        <a:accent5>
          <a:srgbClr val="8CB40F"/>
        </a:accent5>
        <a:accent6>
          <a:srgbClr val="FFDC00"/>
        </a:accent6>
        <a:hlink>
          <a:srgbClr val="002832"/>
        </a:hlink>
        <a:folHlink>
          <a:srgbClr val="002832"/>
        </a:folHlink>
      </a:clrScheme>
    </a:extraClrScheme>
  </a:extraClrScheme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BAM_16zu9</Template>
  <TotalTime>0</TotalTime>
  <Words>142</Words>
  <Application>Microsoft Office PowerPoint</Application>
  <PresentationFormat>On-screen Show (16:9)</PresentationFormat>
  <Paragraphs>14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.AppleSystemUIFont</vt:lpstr>
      <vt:lpstr>Arial</vt:lpstr>
      <vt:lpstr>Calibri</vt:lpstr>
      <vt:lpstr>Verdana</vt:lpstr>
      <vt:lpstr>Wingdings</vt:lpstr>
      <vt:lpstr>BAM_16zu9_master</vt:lpstr>
      <vt:lpstr>RECODe – Crash Course On Research Coding &amp; Development</vt:lpstr>
      <vt:lpstr>Reminders &amp; Announcements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Müller, Simon</dc:creator>
  <cp:lastModifiedBy>Pizarro Blanco, José</cp:lastModifiedBy>
  <cp:revision>6</cp:revision>
  <dcterms:created xsi:type="dcterms:W3CDTF">2026-03-20T14:18:59Z</dcterms:created>
  <dcterms:modified xsi:type="dcterms:W3CDTF">2026-06-23T09:22:48Z</dcterms:modified>
  <cp:category>Präsentation</cp:category>
  <cp:contentStatus>2017-04-11</cp:contentStatus>
</cp:coreProperties>
</file>