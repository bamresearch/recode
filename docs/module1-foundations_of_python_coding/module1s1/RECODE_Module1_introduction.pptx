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0" r:id="rId6"/>
    <p:sldId id="267" r:id="rId7"/>
    <p:sldId id="257" r:id="rId8"/>
    <p:sldId id="258" r:id="rId9"/>
    <p:sldId id="261" r:id="rId10"/>
    <p:sldId id="268" r:id="rId11"/>
    <p:sldId id="270" r:id="rId12"/>
    <p:sldId id="269" r:id="rId13"/>
    <p:sldId id="271" r:id="rId14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838">
          <p15:clr>
            <a:srgbClr val="A4A3A4"/>
          </p15:clr>
        </p15:guide>
        <p15:guide id="3" orient="horz">
          <p15:clr>
            <a:srgbClr val="A4A3A4"/>
          </p15:clr>
        </p15:guide>
        <p15:guide id="4" orient="horz" pos="2994">
          <p15:clr>
            <a:srgbClr val="A4A3A4"/>
          </p15:clr>
        </p15:guide>
        <p15:guide id="5" orient="horz" pos="814">
          <p15:clr>
            <a:srgbClr val="A4A3A4"/>
          </p15:clr>
        </p15:guide>
        <p15:guide id="6" orient="horz" pos="2854">
          <p15:clr>
            <a:srgbClr val="A4A3A4"/>
          </p15:clr>
        </p15:guide>
        <p15:guide id="7" pos="340">
          <p15:clr>
            <a:srgbClr val="A4A3A4"/>
          </p15:clr>
        </p15:guide>
        <p15:guide id="8" pos="5420">
          <p15:clr>
            <a:srgbClr val="A4A3A4"/>
          </p15:clr>
        </p15:guide>
        <p15:guide id="9" pos="2947">
          <p15:clr>
            <a:srgbClr val="A4A3A4"/>
          </p15:clr>
        </p15:guide>
        <p15:guide id="10" pos="2813">
          <p15:clr>
            <a:srgbClr val="A4A3A4"/>
          </p15:clr>
        </p15:guide>
        <p15:guide id="11" pos="1943">
          <p15:clr>
            <a:srgbClr val="A4A3A4"/>
          </p15:clr>
        </p15:guide>
        <p15:guide id="12" pos="3817">
          <p15:clr>
            <a:srgbClr val="A4A3A4"/>
          </p15:clr>
        </p15:guide>
        <p15:guide id="13" pos="2080">
          <p15:clr>
            <a:srgbClr val="A4A3A4"/>
          </p15:clr>
        </p15:guide>
        <p15:guide id="14" pos="3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CBFBF8-4411-4BFA-BB39-9205C4C9ABCA}" v="16" dt="2026-06-05T11:38:20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0" y="110"/>
      </p:cViewPr>
      <p:guideLst>
        <p:guide orient="horz" pos="1620"/>
        <p:guide orient="horz" pos="838"/>
        <p:guide orient="horz"/>
        <p:guide orient="horz" pos="2994"/>
        <p:guide orient="horz" pos="814"/>
        <p:guide orient="horz" pos="2854"/>
        <p:guide pos="340"/>
        <p:guide pos="5420"/>
        <p:guide pos="2947"/>
        <p:guide pos="2813"/>
        <p:guide pos="1943"/>
        <p:guide pos="3817"/>
        <p:guide pos="2080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ßler, Ingo" userId="c3f68804-4343-4578-8133-321854356a98" providerId="ADAL" clId="{5253855C-0E0C-45B1-851F-E4E2420D0F71}"/>
    <pc:docChg chg="undo custSel addSld modSld">
      <pc:chgData name="Breßler, Ingo" userId="c3f68804-4343-4578-8133-321854356a98" providerId="ADAL" clId="{5253855C-0E0C-45B1-851F-E4E2420D0F71}" dt="2026-06-05T11:39:02.148" v="502" actId="113"/>
      <pc:docMkLst>
        <pc:docMk/>
      </pc:docMkLst>
      <pc:sldChg chg="addSp modSp new mod">
        <pc:chgData name="Breßler, Ingo" userId="c3f68804-4343-4578-8133-321854356a98" providerId="ADAL" clId="{5253855C-0E0C-45B1-851F-E4E2420D0F71}" dt="2026-06-05T11:39:02.148" v="502" actId="113"/>
        <pc:sldMkLst>
          <pc:docMk/>
          <pc:sldMk cId="1807762252" sldId="271"/>
        </pc:sldMkLst>
        <pc:spChg chg="mod">
          <ac:chgData name="Breßler, Ingo" userId="c3f68804-4343-4578-8133-321854356a98" providerId="ADAL" clId="{5253855C-0E0C-45B1-851F-E4E2420D0F71}" dt="2026-06-05T11:24:21.122" v="166" actId="113"/>
          <ac:spMkLst>
            <pc:docMk/>
            <pc:sldMk cId="1807762252" sldId="271"/>
            <ac:spMk id="2" creationId="{17CB57F3-1F3C-3A36-76E6-F917F3524A15}"/>
          </ac:spMkLst>
        </pc:spChg>
        <pc:spChg chg="mod">
          <ac:chgData name="Breßler, Ingo" userId="c3f68804-4343-4578-8133-321854356a98" providerId="ADAL" clId="{5253855C-0E0C-45B1-851F-E4E2420D0F71}" dt="2026-06-05T11:39:02.148" v="502" actId="113"/>
          <ac:spMkLst>
            <pc:docMk/>
            <pc:sldMk cId="1807762252" sldId="271"/>
            <ac:spMk id="4" creationId="{067DBDDC-8230-71AA-1CBE-1678FEF11CD7}"/>
          </ac:spMkLst>
        </pc:spChg>
        <pc:graphicFrameChg chg="add mod">
          <ac:chgData name="Breßler, Ingo" userId="c3f68804-4343-4578-8133-321854356a98" providerId="ADAL" clId="{5253855C-0E0C-45B1-851F-E4E2420D0F71}" dt="2026-06-05T11:21:25.223" v="98"/>
          <ac:graphicFrameMkLst>
            <pc:docMk/>
            <pc:sldMk cId="1807762252" sldId="271"/>
            <ac:graphicFrameMk id="5" creationId="{D311078B-486F-EC0F-FCA4-F9CEC0E1BAAE}"/>
          </ac:graphicFrameMkLst>
        </pc:graphicFrameChg>
        <pc:graphicFrameChg chg="add mod">
          <ac:chgData name="Breßler, Ingo" userId="c3f68804-4343-4578-8133-321854356a98" providerId="ADAL" clId="{5253855C-0E0C-45B1-851F-E4E2420D0F71}" dt="2026-06-05T11:38:11.736" v="492"/>
          <ac:graphicFrameMkLst>
            <pc:docMk/>
            <pc:sldMk cId="1807762252" sldId="271"/>
            <ac:graphicFrameMk id="6" creationId="{1A8299D4-0386-D4CB-CCFE-4A0BF3FFA9A9}"/>
          </ac:graphicFrameMkLst>
        </pc:graphicFrameChg>
      </pc:sldChg>
    </pc:docChg>
  </pc:docChgLst>
  <pc:docChgLst>
    <pc:chgData name="Pizarro Blanco, José" userId="S::jose.pizarro-blanco@bam.de::ac02a0f3-efdb-46ed-93e6-0d1ca6dcda83" providerId="AD" clId="Web-{F352848D-C165-EFC3-40B4-1D67EEE953E8}"/>
    <pc:docChg chg="addSld delSld modSld modMainMaster">
      <pc:chgData name="Pizarro Blanco, José" userId="S::jose.pizarro-blanco@bam.de::ac02a0f3-efdb-46ed-93e6-0d1ca6dcda83" providerId="AD" clId="Web-{F352848D-C165-EFC3-40B4-1D67EEE953E8}" dt="2026-05-19T09:49:39.519" v="963"/>
      <pc:docMkLst>
        <pc:docMk/>
      </pc:docMkLst>
      <pc:sldChg chg="delSp modSp">
        <pc:chgData name="Pizarro Blanco, José" userId="S::jose.pizarro-blanco@bam.de::ac02a0f3-efdb-46ed-93e6-0d1ca6dcda83" providerId="AD" clId="Web-{F352848D-C165-EFC3-40B4-1D67EEE953E8}" dt="2026-05-19T09:22:30.800" v="12" actId="20577"/>
        <pc:sldMkLst>
          <pc:docMk/>
          <pc:sldMk cId="2249763711" sldId="256"/>
        </pc:sldMkLst>
        <pc:spChg chg="mod">
          <ac:chgData name="Pizarro Blanco, José" userId="S::jose.pizarro-blanco@bam.de::ac02a0f3-efdb-46ed-93e6-0d1ca6dcda83" providerId="AD" clId="Web-{F352848D-C165-EFC3-40B4-1D67EEE953E8}" dt="2026-05-19T09:22:30.800" v="12" actId="20577"/>
          <ac:spMkLst>
            <pc:docMk/>
            <pc:sldMk cId="2249763711" sldId="256"/>
            <ac:spMk id="13" creationId="{00000000-0000-0000-0000-000000000000}"/>
          </ac:spMkLst>
        </pc:spChg>
      </pc:sldChg>
      <pc:sldChg chg="del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1934349629" sldId="257"/>
        </pc:sldMkLst>
      </pc:sldChg>
      <pc:sldChg chg="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2521604488" sldId="258"/>
        </pc:sldMkLst>
        <pc:spChg chg="mod">
          <ac:chgData name="Pizarro Blanco, José" userId="S::jose.pizarro-blanco@bam.de::ac02a0f3-efdb-46ed-93e6-0d1ca6dcda83" providerId="AD" clId="Web-{F352848D-C165-EFC3-40B4-1D67EEE953E8}" dt="2026-05-19T09:40:02.216" v="562" actId="20577"/>
          <ac:spMkLst>
            <pc:docMk/>
            <pc:sldMk cId="2521604488" sldId="258"/>
            <ac:spMk id="6" creationId="{61949F14-B460-9239-BCA1-7C1D8F2969A7}"/>
          </ac:spMkLst>
        </pc:spChg>
        <pc:picChg chg="mod">
          <ac:chgData name="Pizarro Blanco, José" userId="S::jose.pizarro-blanco@bam.de::ac02a0f3-efdb-46ed-93e6-0d1ca6dcda83" providerId="AD" clId="Web-{F352848D-C165-EFC3-40B4-1D67EEE953E8}" dt="2026-05-19T09:39:32.904" v="545" actId="1076"/>
          <ac:picMkLst>
            <pc:docMk/>
            <pc:sldMk cId="2521604488" sldId="258"/>
            <ac:picMk id="9" creationId="{A29E5679-B10A-7907-C55D-111F6F580D37}"/>
          </ac:picMkLst>
        </pc:picChg>
        <pc:picChg chg="mod">
          <ac:chgData name="Pizarro Blanco, José" userId="S::jose.pizarro-blanco@bam.de::ac02a0f3-efdb-46ed-93e6-0d1ca6dcda83" providerId="AD" clId="Web-{F352848D-C165-EFC3-40B4-1D67EEE953E8}" dt="2026-05-19T09:39:34.169" v="546" actId="1076"/>
          <ac:picMkLst>
            <pc:docMk/>
            <pc:sldMk cId="2521604488" sldId="258"/>
            <ac:picMk id="11" creationId="{BFE536FE-ACA0-ADBC-518F-B063ECA70E29}"/>
          </ac:picMkLst>
        </pc:picChg>
      </pc:sldChg>
      <pc:sldChg chg="addSp 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3468914693" sldId="260"/>
        </pc:sldMkLst>
        <pc:spChg chg="add mod topLvl">
          <ac:chgData name="Pizarro Blanco, José" userId="S::jose.pizarro-blanco@bam.de::ac02a0f3-efdb-46ed-93e6-0d1ca6dcda83" providerId="AD" clId="Web-{F352848D-C165-EFC3-40B4-1D67EEE953E8}" dt="2026-05-19T09:30:21.367" v="215"/>
          <ac:spMkLst>
            <pc:docMk/>
            <pc:sldMk cId="3468914693" sldId="260"/>
            <ac:spMk id="11" creationId="{EEFB8F20-8956-1D70-7BF8-258359AB4E3E}"/>
          </ac:spMkLst>
        </pc:spChg>
        <pc:spChg chg="add mod">
          <ac:chgData name="Pizarro Blanco, José" userId="S::jose.pizarro-blanco@bam.de::ac02a0f3-efdb-46ed-93e6-0d1ca6dcda83" providerId="AD" clId="Web-{F352848D-C165-EFC3-40B4-1D67EEE953E8}" dt="2026-05-19T09:30:29.680" v="216"/>
          <ac:spMkLst>
            <pc:docMk/>
            <pc:sldMk cId="3468914693" sldId="260"/>
            <ac:spMk id="13" creationId="{18BDDB3C-162F-286C-B08C-FC610F1B1366}"/>
          </ac:spMkLst>
        </pc:spChg>
        <pc:spChg chg="add mod">
          <ac:chgData name="Pizarro Blanco, José" userId="S::jose.pizarro-blanco@bam.de::ac02a0f3-efdb-46ed-93e6-0d1ca6dcda83" providerId="AD" clId="Web-{F352848D-C165-EFC3-40B4-1D67EEE953E8}" dt="2026-05-19T09:30:33.977" v="217"/>
          <ac:spMkLst>
            <pc:docMk/>
            <pc:sldMk cId="3468914693" sldId="260"/>
            <ac:spMk id="14" creationId="{73B0D9DF-DCBA-2B69-11D5-1A66444B0331}"/>
          </ac:spMkLst>
        </pc:spChg>
        <pc:picChg chg="add mod">
          <ac:chgData name="Pizarro Blanco, José" userId="S::jose.pizarro-blanco@bam.de::ac02a0f3-efdb-46ed-93e6-0d1ca6dcda83" providerId="AD" clId="Web-{F352848D-C165-EFC3-40B4-1D67EEE953E8}" dt="2026-05-19T09:29:43.898" v="207" actId="1076"/>
          <ac:picMkLst>
            <pc:docMk/>
            <pc:sldMk cId="3468914693" sldId="260"/>
            <ac:picMk id="7" creationId="{46EB40E1-BFB2-65C9-CEEC-AC24BBAA6208}"/>
          </ac:picMkLst>
        </pc:picChg>
        <pc:picChg chg="mod">
          <ac:chgData name="Pizarro Blanco, José" userId="S::jose.pizarro-blanco@bam.de::ac02a0f3-efdb-46ed-93e6-0d1ca6dcda83" providerId="AD" clId="Web-{F352848D-C165-EFC3-40B4-1D67EEE953E8}" dt="2026-05-19T09:29:48.539" v="208" actId="1076"/>
          <ac:picMkLst>
            <pc:docMk/>
            <pc:sldMk cId="3468914693" sldId="260"/>
            <ac:picMk id="8" creationId="{9FBF4846-9C96-F021-91DE-04C3FAEEEC43}"/>
          </ac:picMkLst>
        </pc:picChg>
        <pc:picChg chg="add mod topLvl">
          <ac:chgData name="Pizarro Blanco, José" userId="S::jose.pizarro-blanco@bam.de::ac02a0f3-efdb-46ed-93e6-0d1ca6dcda83" providerId="AD" clId="Web-{F352848D-C165-EFC3-40B4-1D67EEE953E8}" dt="2026-05-19T09:29:37.335" v="204" actId="1076"/>
          <ac:picMkLst>
            <pc:docMk/>
            <pc:sldMk cId="3468914693" sldId="260"/>
            <ac:picMk id="9" creationId="{6D1C2B10-5B69-10E0-9C37-CDA38E6AE39A}"/>
          </ac:picMkLst>
        </pc:picChg>
      </pc:sldChg>
      <pc:sldChg chg="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602358893" sldId="261"/>
        </pc:sldMkLst>
        <pc:spChg chg="mod">
          <ac:chgData name="Pizarro Blanco, José" userId="S::jose.pizarro-blanco@bam.de::ac02a0f3-efdb-46ed-93e6-0d1ca6dcda83" providerId="AD" clId="Web-{F352848D-C165-EFC3-40B4-1D67EEE953E8}" dt="2026-05-19T09:40:54.326" v="588" actId="20577"/>
          <ac:spMkLst>
            <pc:docMk/>
            <pc:sldMk cId="602358893" sldId="261"/>
            <ac:spMk id="6" creationId="{A6B3BD96-A162-1312-656B-3239B48A5A29}"/>
          </ac:spMkLst>
        </pc:spChg>
      </pc:sldChg>
      <pc:sldChg chg="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2917474222" sldId="267"/>
        </pc:sldMkLst>
        <pc:spChg chg="mod">
          <ac:chgData name="Pizarro Blanco, José" userId="S::jose.pizarro-blanco@bam.de::ac02a0f3-efdb-46ed-93e6-0d1ca6dcda83" providerId="AD" clId="Web-{F352848D-C165-EFC3-40B4-1D67EEE953E8}" dt="2026-05-19T09:30:45.180" v="219" actId="20577"/>
          <ac:spMkLst>
            <pc:docMk/>
            <pc:sldMk cId="2917474222" sldId="267"/>
            <ac:spMk id="2" creationId="{316F1CD5-D418-8FBF-8F1B-333B94FBA53F}"/>
          </ac:spMkLst>
        </pc:spChg>
        <pc:spChg chg="mod">
          <ac:chgData name="Pizarro Blanco, José" userId="S::jose.pizarro-blanco@bam.de::ac02a0f3-efdb-46ed-93e6-0d1ca6dcda83" providerId="AD" clId="Web-{F352848D-C165-EFC3-40B4-1D67EEE953E8}" dt="2026-05-19T09:36:00.308" v="470" actId="20577"/>
          <ac:spMkLst>
            <pc:docMk/>
            <pc:sldMk cId="2917474222" sldId="267"/>
            <ac:spMk id="6" creationId="{4FC2EEB7-D3C5-B3D2-928A-9A60DA5BC94B}"/>
          </ac:spMkLst>
        </pc:spChg>
        <pc:picChg chg="mod">
          <ac:chgData name="Pizarro Blanco, José" userId="S::jose.pizarro-blanco@bam.de::ac02a0f3-efdb-46ed-93e6-0d1ca6dcda83" providerId="AD" clId="Web-{F352848D-C165-EFC3-40B4-1D67EEE953E8}" dt="2026-05-19T09:36:05.121" v="471" actId="1076"/>
          <ac:picMkLst>
            <pc:docMk/>
            <pc:sldMk cId="2917474222" sldId="267"/>
            <ac:picMk id="10" creationId="{3E669E2A-FED2-D69C-B68C-B0D893BA5DDF}"/>
          </ac:picMkLst>
        </pc:picChg>
      </pc:sldChg>
      <pc:sldChg chg="delSp modSp add replId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3725561252" sldId="268"/>
        </pc:sldMkLst>
        <pc:spChg chg="mod">
          <ac:chgData name="Pizarro Blanco, José" userId="S::jose.pizarro-blanco@bam.de::ac02a0f3-efdb-46ed-93e6-0d1ca6dcda83" providerId="AD" clId="Web-{F352848D-C165-EFC3-40B4-1D67EEE953E8}" dt="2026-05-19T09:45:59.517" v="843" actId="20577"/>
          <ac:spMkLst>
            <pc:docMk/>
            <pc:sldMk cId="3725561252" sldId="268"/>
            <ac:spMk id="6" creationId="{B7EE68AF-D177-7B7C-D856-B8EFA7D5A0C7}"/>
          </ac:spMkLst>
        </pc:spChg>
      </pc:sldChg>
      <pc:sldChg chg="addSp delSp modSp add replId">
        <pc:chgData name="Pizarro Blanco, José" userId="S::jose.pizarro-blanco@bam.de::ac02a0f3-efdb-46ed-93e6-0d1ca6dcda83" providerId="AD" clId="Web-{F352848D-C165-EFC3-40B4-1D67EEE953E8}" dt="2026-05-19T09:49:33.941" v="962"/>
        <pc:sldMkLst>
          <pc:docMk/>
          <pc:sldMk cId="558262926" sldId="269"/>
        </pc:sldMkLst>
        <pc:spChg chg="mod">
          <ac:chgData name="Pizarro Blanco, José" userId="S::jose.pizarro-blanco@bam.de::ac02a0f3-efdb-46ed-93e6-0d1ca6dcda83" providerId="AD" clId="Web-{F352848D-C165-EFC3-40B4-1D67EEE953E8}" dt="2026-05-19T09:47:02.377" v="955" actId="20577"/>
          <ac:spMkLst>
            <pc:docMk/>
            <pc:sldMk cId="558262926" sldId="269"/>
            <ac:spMk id="6" creationId="{753EEC3E-7E02-9390-4108-42F0A5A63E95}"/>
          </ac:spMkLst>
        </pc:spChg>
        <pc:picChg chg="add mod">
          <ac:chgData name="Pizarro Blanco, José" userId="S::jose.pizarro-blanco@bam.de::ac02a0f3-efdb-46ed-93e6-0d1ca6dcda83" providerId="AD" clId="Web-{F352848D-C165-EFC3-40B4-1D67EEE953E8}" dt="2026-05-19T09:48:59.347" v="961" actId="1076"/>
          <ac:picMkLst>
            <pc:docMk/>
            <pc:sldMk cId="558262926" sldId="269"/>
            <ac:picMk id="8" creationId="{4A6E8E96-2E3C-CD60-E49F-DD544B65629C}"/>
          </ac:picMkLst>
        </pc:picChg>
      </pc:sldChg>
      <pc:sldMasterChg chg="mod modSldLayout">
        <pc:chgData name="Pizarro Blanco, José" userId="S::jose.pizarro-blanco@bam.de::ac02a0f3-efdb-46ed-93e6-0d1ca6dcda83" providerId="AD" clId="Web-{F352848D-C165-EFC3-40B4-1D67EEE953E8}" dt="2026-05-19T09:49:39.519" v="963"/>
        <pc:sldMasterMkLst>
          <pc:docMk/>
          <pc:sldMasterMk cId="808336484" sldId="2147483648"/>
        </pc:sldMasterMkLst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644622039" sldId="2147483649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840255419" sldId="2147483654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271183706" sldId="2147483660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2725057934" sldId="2147483661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3134983841" sldId="2147483662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3774745145" sldId="2147483664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018264742" sldId="2147483665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2648584830" sldId="2147483666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416122368" sldId="2147483667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745757526" sldId="2147483669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335064794" sldId="2147483670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764406201" sldId="2147483671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2011890383" sldId="2147483672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0" sldId="2147483673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0" sldId="2147483674"/>
          </pc:sldLayoutMkLst>
        </pc:sldLayoutChg>
      </pc:sldMasterChg>
    </pc:docChg>
  </pc:docChgLst>
  <pc:docChgLst>
    <pc:chgData name="Pizarro Blanco, José" userId="ac02a0f3-efdb-46ed-93e6-0d1ca6dcda83" providerId="ADAL" clId="{1669A8B0-4306-42A9-A0CF-0F114E7AFBB7}"/>
    <pc:docChg chg="delSld modSld">
      <pc:chgData name="Pizarro Blanco, José" userId="ac02a0f3-efdb-46ed-93e6-0d1ca6dcda83" providerId="ADAL" clId="{1669A8B0-4306-42A9-A0CF-0F114E7AFBB7}" dt="2026-05-28T07:54:53.924" v="5" actId="1076"/>
      <pc:docMkLst>
        <pc:docMk/>
      </pc:docMkLst>
      <pc:sldChg chg="addSp modSp mod">
        <pc:chgData name="Pizarro Blanco, José" userId="ac02a0f3-efdb-46ed-93e6-0d1ca6dcda83" providerId="ADAL" clId="{1669A8B0-4306-42A9-A0CF-0F114E7AFBB7}" dt="2026-05-28T07:54:53.924" v="5" actId="1076"/>
        <pc:sldMkLst>
          <pc:docMk/>
          <pc:sldMk cId="2249763711" sldId="256"/>
        </pc:sldMkLst>
        <pc:picChg chg="add mod">
          <ac:chgData name="Pizarro Blanco, José" userId="ac02a0f3-efdb-46ed-93e6-0d1ca6dcda83" providerId="ADAL" clId="{1669A8B0-4306-42A9-A0CF-0F114E7AFBB7}" dt="2026-05-28T07:54:53.924" v="5" actId="1076"/>
          <ac:picMkLst>
            <pc:docMk/>
            <pc:sldMk cId="2249763711" sldId="256"/>
            <ac:picMk id="3" creationId="{44CAA9F5-1507-8E35-2E33-E38C8DEACFF6}"/>
          </ac:picMkLst>
        </pc:picChg>
      </pc:sldChg>
      <pc:sldChg chg="modSp">
        <pc:chgData name="Pizarro Blanco, José" userId="ac02a0f3-efdb-46ed-93e6-0d1ca6dcda83" providerId="ADAL" clId="{1669A8B0-4306-42A9-A0CF-0F114E7AFBB7}" dt="2026-05-19T09:50:22.041" v="0"/>
        <pc:sldMkLst>
          <pc:docMk/>
          <pc:sldMk cId="558262926" sldId="269"/>
        </pc:sldMkLst>
        <pc:picChg chg="mod">
          <ac:chgData name="Pizarro Blanco, José" userId="ac02a0f3-efdb-46ed-93e6-0d1ca6dcda83" providerId="ADAL" clId="{1669A8B0-4306-42A9-A0CF-0F114E7AFBB7}" dt="2026-05-19T09:50:22.041" v="0"/>
          <ac:picMkLst>
            <pc:docMk/>
            <pc:sldMk cId="558262926" sldId="269"/>
            <ac:picMk id="8" creationId="{4A6E8E96-2E3C-CD60-E49F-DD544B65629C}"/>
          </ac:picMkLst>
        </pc:picChg>
      </pc:sldChg>
    </pc:docChg>
  </pc:docChgLst>
  <pc:docChgLst>
    <pc:chgData name="Pizarro Blanco, José" userId="S::jose.pizarro-blanco@bam.de::ac02a0f3-efdb-46ed-93e6-0d1ca6dcda83" providerId="AD" clId="Web-{3C347561-4EE2-76FE-D56C-44ECB4DBC381}"/>
    <pc:docChg chg="addSld modSld">
      <pc:chgData name="Pizarro Blanco, José" userId="S::jose.pizarro-blanco@bam.de::ac02a0f3-efdb-46ed-93e6-0d1ca6dcda83" providerId="AD" clId="Web-{3C347561-4EE2-76FE-D56C-44ECB4DBC381}" dt="2026-05-28T07:50:02.229" v="224" actId="1076"/>
      <pc:docMkLst>
        <pc:docMk/>
      </pc:docMkLst>
      <pc:sldChg chg="addAnim">
        <pc:chgData name="Pizarro Blanco, José" userId="S::jose.pizarro-blanco@bam.de::ac02a0f3-efdb-46ed-93e6-0d1ca6dcda83" providerId="AD" clId="Web-{3C347561-4EE2-76FE-D56C-44ECB4DBC381}" dt="2026-05-28T07:44:41.833" v="6"/>
        <pc:sldMkLst>
          <pc:docMk/>
          <pc:sldMk cId="2521604488" sldId="258"/>
        </pc:sldMkLst>
      </pc:sldChg>
      <pc:sldChg chg="modSp">
        <pc:chgData name="Pizarro Blanco, José" userId="S::jose.pizarro-blanco@bam.de::ac02a0f3-efdb-46ed-93e6-0d1ca6dcda83" providerId="AD" clId="Web-{3C347561-4EE2-76FE-D56C-44ECB4DBC381}" dt="2026-05-28T07:45:40.569" v="26" actId="20577"/>
        <pc:sldMkLst>
          <pc:docMk/>
          <pc:sldMk cId="602358893" sldId="261"/>
        </pc:sldMkLst>
        <pc:spChg chg="mod">
          <ac:chgData name="Pizarro Blanco, José" userId="S::jose.pizarro-blanco@bam.de::ac02a0f3-efdb-46ed-93e6-0d1ca6dcda83" providerId="AD" clId="Web-{3C347561-4EE2-76FE-D56C-44ECB4DBC381}" dt="2026-05-28T07:45:40.569" v="26" actId="20577"/>
          <ac:spMkLst>
            <pc:docMk/>
            <pc:sldMk cId="602358893" sldId="261"/>
            <ac:spMk id="6" creationId="{A6B3BD96-A162-1312-656B-3239B48A5A29}"/>
          </ac:spMkLst>
        </pc:spChg>
      </pc:sldChg>
      <pc:sldChg chg="addAnim delAnim modAnim">
        <pc:chgData name="Pizarro Blanco, José" userId="S::jose.pizarro-blanco@bam.de::ac02a0f3-efdb-46ed-93e6-0d1ca6dcda83" providerId="AD" clId="Web-{3C347561-4EE2-76FE-D56C-44ECB4DBC381}" dt="2026-05-28T07:44:05.802" v="3"/>
        <pc:sldMkLst>
          <pc:docMk/>
          <pc:sldMk cId="2917474222" sldId="267"/>
        </pc:sldMkLst>
      </pc:sldChg>
      <pc:sldChg chg="addAnim">
        <pc:chgData name="Pizarro Blanco, José" userId="S::jose.pizarro-blanco@bam.de::ac02a0f3-efdb-46ed-93e6-0d1ca6dcda83" providerId="AD" clId="Web-{3C347561-4EE2-76FE-D56C-44ECB4DBC381}" dt="2026-05-28T07:45:25.912" v="24"/>
        <pc:sldMkLst>
          <pc:docMk/>
          <pc:sldMk cId="3725561252" sldId="268"/>
        </pc:sldMkLst>
      </pc:sldChg>
      <pc:sldChg chg="addSp modSp add replId addAnim modAnim">
        <pc:chgData name="Pizarro Blanco, José" userId="S::jose.pizarro-blanco@bam.de::ac02a0f3-efdb-46ed-93e6-0d1ca6dcda83" providerId="AD" clId="Web-{3C347561-4EE2-76FE-D56C-44ECB4DBC381}" dt="2026-05-28T07:50:02.229" v="224" actId="1076"/>
        <pc:sldMkLst>
          <pc:docMk/>
          <pc:sldMk cId="769613714" sldId="270"/>
        </pc:sldMkLst>
        <pc:spChg chg="mod">
          <ac:chgData name="Pizarro Blanco, José" userId="S::jose.pizarro-blanco@bam.de::ac02a0f3-efdb-46ed-93e6-0d1ca6dcda83" providerId="AD" clId="Web-{3C347561-4EE2-76FE-D56C-44ECB4DBC381}" dt="2026-05-28T07:48:53.462" v="217" actId="20577"/>
          <ac:spMkLst>
            <pc:docMk/>
            <pc:sldMk cId="769613714" sldId="270"/>
            <ac:spMk id="6" creationId="{41F281E5-811A-4270-0DC9-561D44E169CC}"/>
          </ac:spMkLst>
        </pc:spChg>
        <pc:picChg chg="add mod">
          <ac:chgData name="Pizarro Blanco, José" userId="S::jose.pizarro-blanco@bam.de::ac02a0f3-efdb-46ed-93e6-0d1ca6dcda83" providerId="AD" clId="Web-{3C347561-4EE2-76FE-D56C-44ECB4DBC381}" dt="2026-05-28T07:50:02.229" v="224" actId="1076"/>
          <ac:picMkLst>
            <pc:docMk/>
            <pc:sldMk cId="769613714" sldId="270"/>
            <ac:picMk id="3" creationId="{37C4392D-9515-A68D-1344-6055F52F045B}"/>
          </ac:picMkLst>
        </pc:picChg>
      </pc:sldChg>
    </pc:docChg>
  </pc:docChgLst>
  <pc:docChgLst>
    <pc:chgData name="Breßler, Ingo" userId="S::ingo.bressler@bam.de::c3f68804-4343-4578-8133-321854356a98" providerId="AD" clId="Web-{4ACC02F4-76DA-48C2-8502-E0937340C2DA}"/>
    <pc:docChg chg="modSld">
      <pc:chgData name="Breßler, Ingo" userId="S::ingo.bressler@bam.de::c3f68804-4343-4578-8133-321854356a98" providerId="AD" clId="Web-{4ACC02F4-76DA-48C2-8502-E0937340C2DA}" dt="2026-05-26T11:20:34.966" v="79" actId="20577"/>
      <pc:docMkLst>
        <pc:docMk/>
      </pc:docMkLst>
      <pc:sldChg chg="modSp">
        <pc:chgData name="Breßler, Ingo" userId="S::ingo.bressler@bam.de::c3f68804-4343-4578-8133-321854356a98" providerId="AD" clId="Web-{4ACC02F4-76DA-48C2-8502-E0937340C2DA}" dt="2026-05-26T11:17:17.885" v="52" actId="20577"/>
        <pc:sldMkLst>
          <pc:docMk/>
          <pc:sldMk cId="3468914693" sldId="260"/>
        </pc:sldMkLst>
        <pc:spChg chg="mod">
          <ac:chgData name="Breßler, Ingo" userId="S::ingo.bressler@bam.de::c3f68804-4343-4578-8133-321854356a98" providerId="AD" clId="Web-{4ACC02F4-76DA-48C2-8502-E0937340C2DA}" dt="2026-05-26T11:17:17.885" v="52" actId="20577"/>
          <ac:spMkLst>
            <pc:docMk/>
            <pc:sldMk cId="3468914693" sldId="260"/>
            <ac:spMk id="13" creationId="{18BDDB3C-162F-286C-B08C-FC610F1B1366}"/>
          </ac:spMkLst>
        </pc:spChg>
      </pc:sldChg>
      <pc:sldChg chg="modSp">
        <pc:chgData name="Breßler, Ingo" userId="S::ingo.bressler@bam.de::c3f68804-4343-4578-8133-321854356a98" providerId="AD" clId="Web-{4ACC02F4-76DA-48C2-8502-E0937340C2DA}" dt="2026-05-26T11:20:34.966" v="79" actId="20577"/>
        <pc:sldMkLst>
          <pc:docMk/>
          <pc:sldMk cId="2917474222" sldId="267"/>
        </pc:sldMkLst>
        <pc:spChg chg="mod">
          <ac:chgData name="Breßler, Ingo" userId="S::ingo.bressler@bam.de::c3f68804-4343-4578-8133-321854356a98" providerId="AD" clId="Web-{4ACC02F4-76DA-48C2-8502-E0937340C2DA}" dt="2026-05-26T11:20:34.966" v="79" actId="20577"/>
          <ac:spMkLst>
            <pc:docMk/>
            <pc:sldMk cId="2917474222" sldId="267"/>
            <ac:spMk id="6" creationId="{4FC2EEB7-D3C5-B3D2-928A-9A60DA5BC94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C77-E589-FC43-842C-314DEB76EF88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BCADE-75F8-C143-8D6A-11EFEA56B0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493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DCD43-2D46-4F8F-A5DD-26B42E953E0E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62D0-23E2-4DD5-9BB6-D6C7194C92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4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1"/>
            <a:ext cx="7200000" cy="750166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/>
              <a:t>TITEL DER PRÄSENTATION</a:t>
            </a:r>
            <a:br>
              <a:rPr lang="de-DE"/>
            </a:br>
            <a:r>
              <a:rPr lang="de-DE"/>
              <a:t>SCHRIFT VERDANA BOLD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728800"/>
            <a:ext cx="7200000" cy="164315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Untertitel (optional), Name des Redners</a:t>
            </a:r>
          </a:p>
          <a:p>
            <a:r>
              <a:rPr lang="de-DE" err="1"/>
              <a:t>Veranstatungstitel</a:t>
            </a:r>
            <a:endParaRPr lang="de-DE"/>
          </a:p>
          <a:p>
            <a:r>
              <a:rPr lang="de-DE" err="1"/>
              <a:t>Verdana</a:t>
            </a:r>
            <a:r>
              <a:rPr lang="de-DE"/>
              <a:t> Regular 24 </a:t>
            </a:r>
            <a:r>
              <a:rPr lang="de-DE" err="1"/>
              <a:t>pt</a:t>
            </a:r>
            <a:r>
              <a:rPr lang="de-DE"/>
              <a:t>, ZAB 30 </a:t>
            </a:r>
            <a:r>
              <a:rPr lang="de-DE" err="1"/>
              <a:t>pt</a:t>
            </a:r>
            <a:endParaRPr lang="de-DE"/>
          </a:p>
          <a:p>
            <a:r>
              <a:rPr lang="de-DE"/>
              <a:t>Maximal vier Zeilen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err="1">
                <a:solidFill>
                  <a:schemeClr val="bg1"/>
                </a:solidFill>
              </a:rPr>
              <a:t>www.bam.de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2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 (ausführli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0"/>
            <a:ext cx="8064000" cy="748800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/>
              <a:t>TITEL DER PRÄSENTATION (AUSFÜHRLICH)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340000"/>
            <a:ext cx="8064000" cy="74880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Untertitel </a:t>
            </a:r>
            <a:r>
              <a:rPr lang="de-DE" err="1"/>
              <a:t>Verdana</a:t>
            </a:r>
            <a:r>
              <a:rPr lang="de-DE"/>
              <a:t> Regular, 24 </a:t>
            </a:r>
            <a:r>
              <a:rPr lang="de-DE" err="1"/>
              <a:t>pt</a:t>
            </a:r>
            <a:r>
              <a:rPr lang="de-DE"/>
              <a:t> ZAB 30 </a:t>
            </a:r>
            <a:r>
              <a:rPr lang="de-DE" err="1"/>
              <a:t>pt</a:t>
            </a:r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3042000"/>
            <a:ext cx="8064000" cy="7538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Auflistung der Beteiligten Personen </a:t>
            </a:r>
            <a:r>
              <a:rPr lang="de-DE" err="1"/>
              <a:t>Verdana</a:t>
            </a:r>
            <a:r>
              <a:rPr lang="de-DE"/>
              <a:t> Regular 16 </a:t>
            </a:r>
            <a:r>
              <a:rPr lang="de-DE" err="1"/>
              <a:t>pt</a:t>
            </a:r>
            <a:r>
              <a:rPr lang="de-DE"/>
              <a:t>, ZAB 21 </a:t>
            </a:r>
            <a:r>
              <a:rPr lang="de-DE" err="1"/>
              <a:t>pt</a:t>
            </a:r>
            <a:endParaRPr lang="de-DE"/>
          </a:p>
          <a:p>
            <a:pPr lvl="0"/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3579862"/>
            <a:ext cx="6264498" cy="720080"/>
          </a:xfrm>
        </p:spPr>
        <p:txBody>
          <a:bodyPr anchor="b" anchorCtr="0"/>
          <a:lstStyle>
            <a:lvl1pPr>
              <a:lnSpc>
                <a:spcPts val="1500"/>
              </a:lnSpc>
              <a:spcBef>
                <a:spcPts val="0"/>
              </a:spcBef>
              <a:defRPr sz="1200" baseline="0"/>
            </a:lvl1pPr>
            <a:lvl2pPr>
              <a:lnSpc>
                <a:spcPts val="1500"/>
              </a:lnSpc>
              <a:spcBef>
                <a:spcPts val="0"/>
              </a:spcBef>
              <a:defRPr sz="1200"/>
            </a:lvl2pPr>
            <a:lvl3pPr>
              <a:lnSpc>
                <a:spcPts val="1500"/>
              </a:lnSpc>
              <a:spcBef>
                <a:spcPts val="0"/>
              </a:spcBef>
              <a:defRPr sz="1200"/>
            </a:lvl3pPr>
            <a:lvl4pPr>
              <a:lnSpc>
                <a:spcPts val="1500"/>
              </a:lnSpc>
              <a:spcBef>
                <a:spcPts val="0"/>
              </a:spcBef>
              <a:defRPr sz="1200"/>
            </a:lvl4pPr>
            <a:lvl5pPr>
              <a:lnSpc>
                <a:spcPts val="15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de-DE"/>
              <a:t>Auflistung der beteiligten Einrichtungen </a:t>
            </a:r>
            <a:r>
              <a:rPr lang="de-DE" err="1"/>
              <a:t>Verdana</a:t>
            </a:r>
            <a:r>
              <a:rPr lang="de-DE"/>
              <a:t> Regular 12 </a:t>
            </a:r>
            <a:r>
              <a:rPr lang="de-DE" err="1"/>
              <a:t>pt</a:t>
            </a:r>
            <a:r>
              <a:rPr lang="de-DE"/>
              <a:t>, ZAB 15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err="1">
                <a:solidFill>
                  <a:schemeClr val="bg1"/>
                </a:solidFill>
              </a:rPr>
              <a:t>www.bam.de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151999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tabLst>
                <a:tab pos="6794500" algn="r"/>
              </a:tabLst>
              <a:defRPr/>
            </a:lvl1pPr>
          </a:lstStyle>
          <a:p>
            <a:pPr lvl="0"/>
            <a:r>
              <a:rPr lang="de-DE"/>
              <a:t>Seitenbeschreibung	5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5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39750" y="1080000"/>
            <a:ext cx="80645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00"/>
            <a:ext cx="9144000" cy="356311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>
            <a:off x="539750" y="1483168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1677600"/>
            <a:ext cx="6822250" cy="748800"/>
          </a:xfrm>
        </p:spPr>
        <p:txBody>
          <a:bodyPr/>
          <a:lstStyle>
            <a:lvl1pPr>
              <a:lnSpc>
                <a:spcPts val="3000"/>
              </a:lnSpc>
              <a:defRPr sz="2400" b="1"/>
            </a:lvl1pPr>
          </a:lstStyle>
          <a:p>
            <a:pPr lvl="0"/>
            <a:r>
              <a:rPr lang="de-DE" err="1"/>
              <a:t>Kapiteltrenner</a:t>
            </a:r>
            <a:endParaRPr lang="de-DE"/>
          </a:p>
          <a:p>
            <a:pPr lvl="0"/>
            <a:r>
              <a:rPr lang="de-DE" err="1"/>
              <a:t>Verdana</a:t>
            </a:r>
            <a:r>
              <a:rPr lang="de-DE"/>
              <a:t> </a:t>
            </a:r>
            <a:r>
              <a:rPr lang="de-DE" err="1"/>
              <a:t>Bold</a:t>
            </a:r>
            <a:r>
              <a:rPr lang="de-DE"/>
              <a:t> 24 PT, ZAB 30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2440800"/>
            <a:ext cx="6822250" cy="1641600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</a:lstStyle>
          <a:p>
            <a:pPr lvl="0"/>
            <a:r>
              <a:rPr lang="de-DE"/>
              <a:t>Untertitel </a:t>
            </a:r>
            <a:r>
              <a:rPr lang="de-DE" err="1"/>
              <a:t>Verdana</a:t>
            </a:r>
            <a:r>
              <a:rPr lang="de-DE"/>
              <a:t> Regular 24 </a:t>
            </a:r>
            <a:r>
              <a:rPr lang="de-DE" err="1"/>
              <a:t>pt</a:t>
            </a:r>
            <a:r>
              <a:rPr lang="de-DE"/>
              <a:t>, ZAB 30 </a:t>
            </a:r>
            <a:r>
              <a:rPr lang="de-DE" err="1"/>
              <a:t>pt</a:t>
            </a:r>
            <a:endParaRPr lang="de-DE"/>
          </a:p>
          <a:p>
            <a:pPr lvl="0"/>
            <a:r>
              <a:rPr lang="de-DE"/>
              <a:t>Maximal vier Zeilen</a:t>
            </a:r>
          </a:p>
          <a:p>
            <a:pPr lvl="0"/>
            <a:r>
              <a:rPr lang="de-DE"/>
              <a:t>Textfarbe BAM Schwarz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err="1">
                <a:solidFill>
                  <a:schemeClr val="bg1"/>
                </a:solidFill>
              </a:rPr>
              <a:t>www.bam.de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8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 hasCustomPrompt="1"/>
          </p:nvPr>
        </p:nvSpPr>
        <p:spPr>
          <a:xfrm>
            <a:off x="539750" y="1152000"/>
            <a:ext cx="6822250" cy="3546001"/>
          </a:xfrm>
        </p:spPr>
        <p:txBody>
          <a:bodyPr/>
          <a:lstStyle>
            <a:lvl1pPr marL="270000" indent="-270000">
              <a:spcBef>
                <a:spcPts val="1000"/>
              </a:spcBef>
              <a:buFont typeface="+mj-lt"/>
              <a:buAutoNum type="arabicPeriod"/>
              <a:defRPr/>
            </a:lvl1pPr>
            <a:lvl2pPr marL="270000" indent="-270000">
              <a:spcBef>
                <a:spcPts val="0"/>
              </a:spcBef>
              <a:buFont typeface=".AppleSystemUIFont" charset="-120"/>
              <a:buChar char="–"/>
              <a:defRPr/>
            </a:lvl2pPr>
            <a:lvl3pPr marL="540000" indent="-270000">
              <a:spcBef>
                <a:spcPts val="0"/>
              </a:spcBef>
              <a:defRPr/>
            </a:lvl3pPr>
            <a:lvl4pPr marL="540000">
              <a:spcBef>
                <a:spcPts val="0"/>
              </a:spcBef>
              <a:defRPr/>
            </a:lvl4pPr>
            <a:lvl5pPr marL="810000"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4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M: kleine Schriftgröß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</a:t>
            </a:r>
            <a:br>
              <a:rPr lang="de-DE"/>
            </a:br>
            <a:r>
              <a:rPr lang="de-DE"/>
              <a:t>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151999"/>
            <a:ext cx="6480000" cy="3546001"/>
          </a:xfrm>
        </p:spPr>
        <p:txBody>
          <a:bodyPr/>
          <a:lstStyle>
            <a:lvl1pPr marL="270000" indent="-27000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  <a:defRPr sz="1300">
                <a:solidFill>
                  <a:schemeClr val="tx2"/>
                </a:solidFill>
              </a:defRPr>
            </a:lvl1pPr>
            <a:lvl2pPr marL="270000" indent="-270000">
              <a:lnSpc>
                <a:spcPts val="1600"/>
              </a:lnSpc>
              <a:spcBef>
                <a:spcPts val="0"/>
              </a:spcBef>
              <a:buFont typeface=".AppleSystemUIFont" charset="0"/>
              <a:buChar char="–"/>
              <a:defRPr sz="1300">
                <a:solidFill>
                  <a:schemeClr val="tx2"/>
                </a:solidFill>
              </a:defRPr>
            </a:lvl2pPr>
            <a:lvl3pPr marL="540000" indent="-27000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tx2"/>
                </a:solidFill>
              </a:defRPr>
            </a:lvl3pPr>
            <a:lvl4pPr marL="54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4pPr>
            <a:lvl5pPr marL="81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682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8064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8"/>
          <p:cNvSpPr>
            <a:spLocks noGrp="1"/>
          </p:cNvSpPr>
          <p:nvPr>
            <p:ph sz="quarter" idx="14"/>
          </p:nvPr>
        </p:nvSpPr>
        <p:spPr>
          <a:xfrm>
            <a:off x="468000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 1 z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1152000"/>
            <a:ext cx="2544763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301750" y="1152000"/>
            <a:ext cx="530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75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6732000" y="1152000"/>
            <a:ext cx="1872000" cy="3546000"/>
          </a:xfrm>
          <a:solidFill>
            <a:srgbClr val="00AFF0"/>
          </a:solidFill>
        </p:spPr>
        <p:txBody>
          <a:bodyPr lIns="72000" tIns="72000" rIns="72000" bIns="72000"/>
          <a:lstStyle>
            <a:lvl1pPr>
              <a:lnSpc>
                <a:spcPts val="12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2pPr>
            <a:lvl3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3pPr>
            <a:lvl4pPr marL="36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4pPr>
            <a:lvl5pPr marL="54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539750" y="1151999"/>
            <a:ext cx="5940000" cy="3546001"/>
          </a:xfrm>
        </p:spPr>
        <p:txBody>
          <a:bodyPr/>
          <a:lstStyle>
            <a:lvl1pPr>
              <a:lnSpc>
                <a:spcPts val="21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ts val="21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1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ts val="21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ts val="21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539750" y="1188000"/>
            <a:ext cx="3924000" cy="24732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4680250" y="1188000"/>
            <a:ext cx="3924000" cy="24715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8"/>
          </p:nvPr>
        </p:nvSpPr>
        <p:spPr>
          <a:xfrm>
            <a:off x="539750" y="3815999"/>
            <a:ext cx="3924000" cy="88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9"/>
          </p:nvPr>
        </p:nvSpPr>
        <p:spPr>
          <a:xfrm>
            <a:off x="4678363" y="3816000"/>
            <a:ext cx="3924000" cy="88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8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3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3302000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539313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6059488" y="1188000"/>
            <a:ext cx="2545200" cy="201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9"/>
          </p:nvPr>
        </p:nvSpPr>
        <p:spPr>
          <a:xfrm>
            <a:off x="539750" y="3348000"/>
            <a:ext cx="5302800" cy="133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6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, 4er 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78113" y="1227600"/>
            <a:ext cx="1854000" cy="15444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749750" y="1227600"/>
            <a:ext cx="1854000" cy="1544402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750000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/>
          <p:cNvSpPr>
            <a:spLocks noGrp="1"/>
          </p:cNvSpPr>
          <p:nvPr>
            <p:ph type="pic" sz="quarter" idx="16"/>
          </p:nvPr>
        </p:nvSpPr>
        <p:spPr>
          <a:xfrm>
            <a:off x="4678113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540000" y="1188000"/>
            <a:ext cx="3923750" cy="3510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2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anz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1080000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Bildfolie</a:t>
            </a:r>
            <a:br>
              <a:rPr lang="de-DE"/>
            </a:br>
            <a:r>
              <a:rPr lang="de-DE"/>
              <a:t>Folie mit nur einem Bild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0" y="987574"/>
            <a:ext cx="9144000" cy="38184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4025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6822000" cy="717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Überschrift</a:t>
            </a:r>
            <a:br>
              <a:rPr lang="de-DE"/>
            </a:br>
            <a:r>
              <a:rPr lang="de-DE" err="1"/>
              <a:t>Verdana</a:t>
            </a:r>
            <a:r>
              <a:rPr lang="de-DE"/>
              <a:t> </a:t>
            </a:r>
            <a:r>
              <a:rPr lang="de-DE" err="1"/>
              <a:t>Bold</a:t>
            </a:r>
            <a:r>
              <a:rPr lang="de-DE"/>
              <a:t>, 19 </a:t>
            </a:r>
            <a:r>
              <a:rPr lang="de-DE" err="1"/>
              <a:t>pt</a:t>
            </a:r>
            <a:r>
              <a:rPr lang="de-DE"/>
              <a:t>, ZAB 25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152000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40000" y="4878000"/>
            <a:ext cx="9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2000" y="4878000"/>
            <a:ext cx="57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884000" y="48780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A9ED74F-9508-4ED9-B334-15F84E4ED6E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8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74" r:id="rId6"/>
    <p:sldLayoutId id="2147483672" r:id="rId7"/>
    <p:sldLayoutId id="2147483671" r:id="rId8"/>
    <p:sldLayoutId id="2147483670" r:id="rId9"/>
    <p:sldLayoutId id="2147483669" r:id="rId10"/>
    <p:sldLayoutId id="2147483673" r:id="rId11"/>
    <p:sldLayoutId id="2147483666" r:id="rId12"/>
    <p:sldLayoutId id="2147483665" r:id="rId13"/>
    <p:sldLayoutId id="2147483667" r:id="rId14"/>
    <p:sldLayoutId id="2147483654" r:id="rId15"/>
  </p:sldLayoutIdLst>
  <p:hf sldNum="0" hdr="0" dt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19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buFontTx/>
        <a:buNone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+mj-lt"/>
        <a:buAutoNum type="arabicPeriod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63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90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tabLst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BAMresearch/RECODE/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RECODe</a:t>
            </a:r>
            <a:r>
              <a:rPr lang="de-DE"/>
              <a:t> – </a:t>
            </a:r>
            <a:r>
              <a:rPr lang="en-US"/>
              <a:t>Crash Course On Research Coding &amp; Development</a:t>
            </a:r>
            <a:endParaRPr lang="de-DE"/>
          </a:p>
        </p:txBody>
      </p:sp>
      <p:sp>
        <p:nvSpPr>
          <p:cNvPr id="13" name="Untertitel 1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>
                <a:latin typeface="Verdana"/>
                <a:ea typeface="Verdana"/>
              </a:rPr>
              <a:t>Welcome </a:t>
            </a:r>
            <a:r>
              <a:rPr lang="de-DE" err="1">
                <a:latin typeface="Verdana"/>
                <a:ea typeface="Verdana"/>
              </a:rPr>
              <a:t>to</a:t>
            </a:r>
            <a:r>
              <a:rPr lang="de-DE">
                <a:latin typeface="Verdana"/>
                <a:ea typeface="Verdana"/>
              </a:rPr>
              <a:t> RECODE</a:t>
            </a:r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AA9F5-1507-8E35-2E33-E38C8DEAC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227" y="3110112"/>
            <a:ext cx="1421545" cy="14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6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D09385-F976-79CC-AD9C-1FD17B4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trainers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FBF4846-9C96-F021-91DE-04C3FAEEEC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90" y="3571073"/>
            <a:ext cx="1002456" cy="1005751"/>
          </a:xfrm>
          <a:prstGeom prst="rect">
            <a:avLst/>
          </a:prstGeom>
        </p:spPr>
      </p:pic>
      <p:pic>
        <p:nvPicPr>
          <p:cNvPr id="7" name="Picture 6" descr="A person wearing glasses and a purple shirt&#10;&#10;AI-generated content may be incorrect.">
            <a:extLst>
              <a:ext uri="{FF2B5EF4-FFF2-40B4-BE49-F238E27FC236}">
                <a16:creationId xmlns:a16="http://schemas.microsoft.com/office/drawing/2014/main" id="{46EB40E1-BFB2-65C9-CEEC-AC24BBAA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0295"/>
            <a:ext cx="1005840" cy="1005840"/>
          </a:xfrm>
          <a:prstGeom prst="rect">
            <a:avLst/>
          </a:prstGeom>
        </p:spPr>
      </p:pic>
      <p:pic>
        <p:nvPicPr>
          <p:cNvPr id="9" name="Picture 8" descr="A person with glasses and beard&#10;&#10;AI-generated content may be incorrect.">
            <a:extLst>
              <a:ext uri="{FF2B5EF4-FFF2-40B4-BE49-F238E27FC236}">
                <a16:creationId xmlns:a16="http://schemas.microsoft.com/office/drawing/2014/main" id="{6D1C2B10-5B69-10E0-9C37-CDA38E6AE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045845"/>
            <a:ext cx="862965" cy="1171575"/>
          </a:xfrm>
          <a:prstGeom prst="rect">
            <a:avLst/>
          </a:prstGeom>
        </p:spPr>
      </p:pic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EEFB8F20-8956-1D70-7BF8-258359AB4E3E}"/>
              </a:ext>
            </a:extLst>
          </p:cNvPr>
          <p:cNvSpPr txBox="1">
            <a:spLocks/>
          </p:cNvSpPr>
          <p:nvPr/>
        </p:nvSpPr>
        <p:spPr>
          <a:xfrm>
            <a:off x="1857795" y="1223817"/>
            <a:ext cx="6729576" cy="8136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latin typeface="Verdana"/>
                <a:ea typeface="Verdana"/>
              </a:rPr>
              <a:t>José M. (Chema)</a:t>
            </a:r>
            <a:r>
              <a:rPr lang="de-DE">
                <a:latin typeface="Verdana"/>
                <a:ea typeface="Verdana"/>
              </a:rPr>
              <a:t> Pizarro</a:t>
            </a:r>
            <a:r>
              <a:rPr lang="de-DE" b="1">
                <a:latin typeface="Verdana"/>
                <a:ea typeface="Verdana"/>
              </a:rPr>
              <a:t> </a:t>
            </a:r>
            <a:r>
              <a:rPr lang="de-DE">
                <a:latin typeface="Verdana"/>
                <a:ea typeface="Verdana"/>
              </a:rPr>
              <a:t>(VP.1)</a:t>
            </a:r>
          </a:p>
          <a:p>
            <a:r>
              <a:rPr lang="de-DE" sz="1200">
                <a:latin typeface="Verdana"/>
                <a:ea typeface="Verdana"/>
              </a:rPr>
              <a:t>Physics | Research Data Manager | Research Software Engineer</a:t>
            </a:r>
            <a:endParaRPr lang="de-DE" sz="1200"/>
          </a:p>
          <a:p>
            <a:r>
              <a:rPr lang="de-DE" sz="1200">
                <a:latin typeface="Verdana"/>
                <a:ea typeface="Verdana"/>
              </a:rPr>
              <a:t>+10 </a:t>
            </a:r>
            <a:r>
              <a:rPr lang="de-DE" sz="1200" err="1">
                <a:latin typeface="Verdana"/>
                <a:ea typeface="Verdana"/>
              </a:rPr>
              <a:t>years</a:t>
            </a:r>
            <a:r>
              <a:rPr lang="de-DE" sz="1200">
                <a:latin typeface="Verdana"/>
                <a:ea typeface="Verdana"/>
              </a:rPr>
              <a:t> </a:t>
            </a:r>
            <a:r>
              <a:rPr lang="de-DE" sz="1200" err="1">
                <a:latin typeface="Verdana"/>
                <a:ea typeface="Verdana"/>
              </a:rPr>
              <a:t>coding</a:t>
            </a:r>
            <a:r>
              <a:rPr lang="de-DE" sz="1200">
                <a:latin typeface="Verdana"/>
                <a:ea typeface="Verdana"/>
              </a:rPr>
              <a:t> in Python, Fortran, C, C++, JS, GitHub...</a:t>
            </a:r>
            <a:endParaRPr lang="de-DE" sz="1200"/>
          </a:p>
        </p:txBody>
      </p:sp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18BDDB3C-162F-286C-B08C-FC610F1B1366}"/>
              </a:ext>
            </a:extLst>
          </p:cNvPr>
          <p:cNvSpPr txBox="1">
            <a:spLocks/>
          </p:cNvSpPr>
          <p:nvPr/>
        </p:nvSpPr>
        <p:spPr>
          <a:xfrm>
            <a:off x="1857794" y="2452542"/>
            <a:ext cx="6729576" cy="8136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latin typeface="Verdana"/>
                <a:ea typeface="Verdana"/>
              </a:rPr>
              <a:t>Ingo</a:t>
            </a:r>
            <a:r>
              <a:rPr lang="de-DE">
                <a:latin typeface="Verdana"/>
                <a:ea typeface="Verdana"/>
              </a:rPr>
              <a:t> Breßler (6.5)</a:t>
            </a:r>
          </a:p>
          <a:p>
            <a:r>
              <a:rPr lang="de-DE" sz="1200">
                <a:latin typeface="Verdana"/>
                <a:ea typeface="Verdana"/>
              </a:rPr>
              <a:t>Computer Engineering | Research Software Developer | Data </a:t>
            </a:r>
            <a:r>
              <a:rPr lang="de-DE" sz="1200" err="1">
                <a:latin typeface="Verdana"/>
                <a:ea typeface="Verdana"/>
              </a:rPr>
              <a:t>Scienti</a:t>
            </a:r>
            <a:r>
              <a:rPr lang="de-DE" sz="1200">
                <a:latin typeface="Verdana"/>
                <a:ea typeface="Verdana"/>
              </a:rPr>
              <a:t>st</a:t>
            </a:r>
            <a:endParaRPr lang="de-DE" sz="1200">
              <a:solidFill>
                <a:srgbClr val="000000"/>
              </a:solidFill>
              <a:latin typeface="Verdana"/>
              <a:ea typeface="Verdana"/>
            </a:endParaRPr>
          </a:p>
          <a:p>
            <a:r>
              <a:rPr lang="de-DE" sz="1200">
                <a:latin typeface="Verdana"/>
                <a:ea typeface="Verdana"/>
              </a:rPr>
              <a:t>+25 </a:t>
            </a:r>
            <a:r>
              <a:rPr lang="de-DE" sz="1200" err="1">
                <a:latin typeface="Verdana"/>
                <a:ea typeface="Verdana"/>
              </a:rPr>
              <a:t>years</a:t>
            </a:r>
            <a:r>
              <a:rPr lang="de-DE" sz="1200">
                <a:latin typeface="Verdana"/>
                <a:ea typeface="Verdana"/>
              </a:rPr>
              <a:t> </a:t>
            </a:r>
            <a:r>
              <a:rPr lang="de-DE" sz="1200" err="1">
                <a:latin typeface="Verdana"/>
                <a:ea typeface="Verdana"/>
              </a:rPr>
              <a:t>coding</a:t>
            </a:r>
            <a:r>
              <a:rPr lang="de-DE" sz="1200">
                <a:latin typeface="Verdana"/>
                <a:ea typeface="Verdana"/>
              </a:rPr>
              <a:t> in Python, C/C++, </a:t>
            </a:r>
            <a:r>
              <a:rPr lang="de-DE" sz="1200" err="1">
                <a:latin typeface="Verdana"/>
                <a:ea typeface="Verdana"/>
              </a:rPr>
              <a:t>Tcl</a:t>
            </a:r>
            <a:r>
              <a:rPr lang="de-DE" sz="1200">
                <a:latin typeface="Verdana"/>
                <a:ea typeface="Verdana"/>
              </a:rPr>
              <a:t>/</a:t>
            </a:r>
            <a:r>
              <a:rPr lang="de-DE" sz="1200" err="1">
                <a:latin typeface="Verdana"/>
                <a:ea typeface="Verdana"/>
              </a:rPr>
              <a:t>Tk</a:t>
            </a:r>
            <a:r>
              <a:rPr lang="de-DE" sz="1200">
                <a:latin typeface="Verdana"/>
                <a:ea typeface="Verdana"/>
              </a:rPr>
              <a:t>, Shell/Bash, JS, ...</a:t>
            </a:r>
            <a:endParaRPr lang="de-DE" sz="1200"/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73B0D9DF-DCBA-2B69-11D5-1A66444B0331}"/>
              </a:ext>
            </a:extLst>
          </p:cNvPr>
          <p:cNvSpPr txBox="1">
            <a:spLocks/>
          </p:cNvSpPr>
          <p:nvPr/>
        </p:nvSpPr>
        <p:spPr>
          <a:xfrm>
            <a:off x="1857794" y="3664122"/>
            <a:ext cx="6729576" cy="8136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latin typeface="Verdana"/>
                <a:ea typeface="Verdana"/>
              </a:rPr>
              <a:t>Simon </a:t>
            </a:r>
            <a:r>
              <a:rPr lang="de-DE">
                <a:latin typeface="Verdana"/>
                <a:ea typeface="Verdana"/>
              </a:rPr>
              <a:t>Müller (VP.1)</a:t>
            </a:r>
          </a:p>
          <a:p>
            <a:r>
              <a:rPr lang="de-DE" sz="1200">
                <a:latin typeface="Verdana"/>
                <a:ea typeface="Verdana"/>
              </a:rPr>
              <a:t>Geoscience | Data Scientist</a:t>
            </a:r>
            <a:endParaRPr lang="de-DE" sz="1200"/>
          </a:p>
          <a:p>
            <a:r>
              <a:rPr lang="de-DE" sz="1200">
                <a:latin typeface="Verdana"/>
                <a:ea typeface="Verdana"/>
              </a:rPr>
              <a:t>+XX </a:t>
            </a:r>
            <a:r>
              <a:rPr lang="de-DE" sz="1200" err="1">
                <a:latin typeface="Verdana"/>
                <a:ea typeface="Verdana"/>
              </a:rPr>
              <a:t>years</a:t>
            </a:r>
            <a:r>
              <a:rPr lang="de-DE" sz="1200">
                <a:latin typeface="Verdana"/>
                <a:ea typeface="Verdana"/>
              </a:rPr>
              <a:t> </a:t>
            </a:r>
            <a:r>
              <a:rPr lang="de-DE" sz="1200" err="1">
                <a:latin typeface="Verdana"/>
                <a:ea typeface="Verdana"/>
              </a:rPr>
              <a:t>coding</a:t>
            </a:r>
            <a:r>
              <a:rPr lang="de-DE" sz="1200">
                <a:latin typeface="Verdana"/>
                <a:ea typeface="Verdana"/>
              </a:rPr>
              <a:t> in Python </a:t>
            </a:r>
            <a:r>
              <a:rPr lang="de-DE" sz="1200" err="1">
                <a:latin typeface="Verdana"/>
                <a:ea typeface="Verdana"/>
              </a:rPr>
              <a:t>for</a:t>
            </a:r>
            <a:r>
              <a:rPr lang="de-DE" sz="1200">
                <a:latin typeface="Verdana"/>
                <a:ea typeface="Verdana"/>
              </a:rPr>
              <a:t> </a:t>
            </a:r>
            <a:r>
              <a:rPr lang="de-DE" sz="1200" err="1">
                <a:latin typeface="Verdana"/>
                <a:ea typeface="Verdana"/>
              </a:rPr>
              <a:t>pre-processing</a:t>
            </a:r>
            <a:r>
              <a:rPr lang="de-DE" sz="1200">
                <a:latin typeface="Verdana"/>
                <a:ea typeface="Verdana"/>
              </a:rPr>
              <a:t>, </a:t>
            </a:r>
            <a:r>
              <a:rPr lang="de-DE" sz="1200" err="1">
                <a:latin typeface="Verdana"/>
                <a:ea typeface="Verdana"/>
              </a:rPr>
              <a:t>analyze</a:t>
            </a:r>
            <a:r>
              <a:rPr lang="de-DE" sz="1200">
                <a:latin typeface="Verdana"/>
                <a:ea typeface="Verdana"/>
              </a:rPr>
              <a:t>, </a:t>
            </a:r>
            <a:r>
              <a:rPr lang="de-DE" sz="1200" err="1">
                <a:latin typeface="Verdana"/>
                <a:ea typeface="Verdana"/>
              </a:rPr>
              <a:t>model</a:t>
            </a:r>
            <a:r>
              <a:rPr lang="de-DE" sz="1200">
                <a:latin typeface="Verdana"/>
                <a:ea typeface="Verdana"/>
              </a:rPr>
              <a:t> </a:t>
            </a:r>
            <a:r>
              <a:rPr lang="de-DE" sz="1200" err="1">
                <a:latin typeface="Verdana"/>
                <a:ea typeface="Verdana"/>
              </a:rPr>
              <a:t>data</a:t>
            </a:r>
            <a:endParaRPr lang="de-DE" sz="120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104AA-FDFB-D0E9-D4D6-0832A624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91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F1CD5-D418-8FBF-8F1B-333B94FB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Verdana"/>
                <a:ea typeface="Verdana"/>
              </a:rPr>
              <a:t>Why this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FC2EEB7-D3C5-B3D2-928A-9A60DA5BC9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Coding is key for supporting scientific activities: analysis, pre- and post-processing, simulations,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aseline="30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Beyond academic life: basic to find a job </a:t>
            </a:r>
            <a:br>
              <a:rPr lang="en-GB">
                <a:latin typeface="Verdana"/>
                <a:ea typeface="Verdana"/>
              </a:rPr>
            </a:br>
            <a:r>
              <a:rPr lang="en-GB">
                <a:latin typeface="Verdana"/>
                <a:ea typeface="Verdana"/>
              </a:rPr>
              <a:t>(they will not hire you if you don't know these concepts)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Very affected by AI coding assistants --&gt; productivity and impact increases if you know how to use these tools</a:t>
            </a:r>
            <a:endParaRPr lang="en-GB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But programming training often missing</a:t>
            </a:r>
            <a:br>
              <a:rPr lang="en-GB">
                <a:latin typeface="Verdana"/>
                <a:ea typeface="Verdana"/>
              </a:rPr>
            </a:br>
            <a:r>
              <a:rPr lang="en-GB">
                <a:latin typeface="Verdana"/>
                <a:ea typeface="Verdana"/>
              </a:rPr>
              <a:t>-&gt; often not in curricula in Natural Science</a:t>
            </a:r>
            <a:br>
              <a:rPr lang="en-GB">
                <a:latin typeface="Verdana"/>
                <a:ea typeface="Verdana"/>
              </a:rPr>
            </a:br>
            <a:r>
              <a:rPr lang="en-GB">
                <a:latin typeface="Verdana"/>
                <a:ea typeface="Verdana"/>
              </a:rPr>
              <a:t>courses (or at least, not modern training)</a:t>
            </a:r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E669E2A-FED2-D69C-B68C-B0D893BA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511" y="3160801"/>
            <a:ext cx="3106102" cy="17735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B7549-0C5F-8835-27B5-B02140537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47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Why</a:t>
            </a:r>
            <a:r>
              <a:rPr lang="de-DE"/>
              <a:t> Python? </a:t>
            </a:r>
          </a:p>
        </p:txBody>
      </p:sp>
      <p:sp>
        <p:nvSpPr>
          <p:cNvPr id="7" name="Inhaltsplatzhalter 1"/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ACAADE2-6F65-DFB9-77A0-9E779424D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03" t="34865" r="6610" b="12529"/>
          <a:stretch>
            <a:fillRect/>
          </a:stretch>
        </p:blipFill>
        <p:spPr>
          <a:xfrm>
            <a:off x="539750" y="1614456"/>
            <a:ext cx="7758126" cy="247824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F3957-3AC4-E953-8B0E-E91DBFCA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34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9521-EC88-01D2-51DB-D2F0A1E4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7B0A0-070B-65E3-AFB3-00AA29D3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Why</a:t>
            </a:r>
            <a:r>
              <a:rPr lang="de-DE"/>
              <a:t> Python?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1949F14-B460-9239-BCA1-7C1D8F2969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Verdana"/>
                <a:ea typeface="Verdana"/>
              </a:rPr>
              <a:t>Easy </a:t>
            </a:r>
            <a:r>
              <a:rPr lang="de-DE" err="1">
                <a:latin typeface="Verdana"/>
                <a:ea typeface="Verdana"/>
              </a:rPr>
              <a:t>language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to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start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with</a:t>
            </a:r>
            <a:endParaRPr lang="de-DE">
              <a:latin typeface="Verdana"/>
              <a:ea typeface="Verdan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Very </a:t>
            </a:r>
            <a:r>
              <a:rPr lang="de-DE" err="1"/>
              <a:t>popular</a:t>
            </a:r>
            <a:r>
              <a:rPr lang="de-DE"/>
              <a:t> in </a:t>
            </a:r>
            <a:r>
              <a:rPr lang="de-DE" err="1"/>
              <a:t>scientific</a:t>
            </a:r>
            <a:r>
              <a:rPr lang="de-DE"/>
              <a:t> </a:t>
            </a:r>
            <a:r>
              <a:rPr lang="de-DE" err="1"/>
              <a:t>programming</a:t>
            </a: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latin typeface="Verdana"/>
                <a:ea typeface="Verdana"/>
              </a:rPr>
              <a:t>Huge </a:t>
            </a:r>
            <a:r>
              <a:rPr lang="de-DE" err="1">
                <a:latin typeface="Verdana"/>
                <a:ea typeface="Verdana"/>
              </a:rPr>
              <a:t>number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of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available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packages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for</a:t>
            </a:r>
            <a:r>
              <a:rPr lang="de-DE">
                <a:latin typeface="Verdana"/>
                <a:ea typeface="Verdana"/>
              </a:rPr>
              <a:t>:</a:t>
            </a:r>
          </a:p>
          <a:p>
            <a:pPr marL="645160" lvl="1" indent="-285750">
              <a:buFont typeface="Wingdings" panose="05000000000000000000" pitchFamily="2" charset="2"/>
              <a:buChar char="Ø"/>
            </a:pPr>
            <a:r>
              <a:rPr lang="de-DE" sz="1400">
                <a:latin typeface="Verdana"/>
                <a:ea typeface="Verdana"/>
              </a:rPr>
              <a:t>Easy </a:t>
            </a:r>
            <a:r>
              <a:rPr lang="de-DE" sz="1400" err="1">
                <a:latin typeface="Verdana"/>
                <a:ea typeface="Verdana"/>
              </a:rPr>
              <a:t>handling</a:t>
            </a:r>
            <a:r>
              <a:rPr lang="de-DE" sz="1400">
                <a:latin typeface="Verdana"/>
                <a:ea typeface="Verdana"/>
              </a:rPr>
              <a:t> </a:t>
            </a:r>
            <a:r>
              <a:rPr lang="de-DE" sz="1400" err="1">
                <a:latin typeface="Verdana"/>
                <a:ea typeface="Verdana"/>
              </a:rPr>
              <a:t>of</a:t>
            </a:r>
            <a:r>
              <a:rPr lang="de-DE" sz="1400">
                <a:latin typeface="Verdana"/>
                <a:ea typeface="Verdana"/>
              </a:rPr>
              <a:t> all </a:t>
            </a:r>
            <a:r>
              <a:rPr lang="de-DE" sz="1400" err="1">
                <a:latin typeface="Verdana"/>
                <a:ea typeface="Verdana"/>
              </a:rPr>
              <a:t>kinds</a:t>
            </a:r>
            <a:r>
              <a:rPr lang="de-DE" sz="1400">
                <a:latin typeface="Verdana"/>
                <a:ea typeface="Verdana"/>
              </a:rPr>
              <a:t> </a:t>
            </a:r>
            <a:r>
              <a:rPr lang="de-DE" sz="1400" err="1">
                <a:latin typeface="Verdana"/>
                <a:ea typeface="Verdana"/>
              </a:rPr>
              <a:t>of</a:t>
            </a:r>
            <a:r>
              <a:rPr lang="de-DE" sz="1400">
                <a:latin typeface="Verdana"/>
                <a:ea typeface="Verdana"/>
              </a:rPr>
              <a:t> Data </a:t>
            </a:r>
            <a:r>
              <a:rPr lang="de-DE" sz="1400" err="1">
                <a:latin typeface="Verdana"/>
                <a:ea typeface="Verdana"/>
              </a:rPr>
              <a:t>formats</a:t>
            </a:r>
            <a:endParaRPr lang="de-DE" sz="1400" err="1"/>
          </a:p>
          <a:p>
            <a:pPr marL="645160" lvl="1" indent="-285750">
              <a:buFont typeface="Wingdings" panose="05000000000000000000" pitchFamily="2" charset="2"/>
              <a:buChar char="Ø"/>
            </a:pPr>
            <a:r>
              <a:rPr lang="de-DE" sz="1400">
                <a:latin typeface="Verdana"/>
                <a:ea typeface="Verdana"/>
              </a:rPr>
              <a:t>Beautiful Data </a:t>
            </a:r>
            <a:r>
              <a:rPr lang="de-DE" sz="1400" err="1">
                <a:latin typeface="Verdana"/>
                <a:ea typeface="Verdana"/>
              </a:rPr>
              <a:t>visualization</a:t>
            </a:r>
            <a:endParaRPr lang="de-DE" sz="1400">
              <a:latin typeface="Verdana"/>
              <a:ea typeface="Verdana"/>
            </a:endParaRPr>
          </a:p>
          <a:p>
            <a:pPr marL="645160" lvl="1" indent="-285750">
              <a:buFont typeface="Wingdings" panose="05000000000000000000" pitchFamily="2" charset="2"/>
              <a:buChar char="Ø"/>
            </a:pPr>
            <a:r>
              <a:rPr lang="de-DE" sz="1400">
                <a:latin typeface="Verdana"/>
                <a:ea typeface="Verdana"/>
              </a:rPr>
              <a:t>Data </a:t>
            </a:r>
            <a:r>
              <a:rPr lang="de-DE" sz="1400" err="1">
                <a:latin typeface="Verdana"/>
                <a:ea typeface="Verdana"/>
              </a:rPr>
              <a:t>modeling</a:t>
            </a:r>
            <a:r>
              <a:rPr lang="de-DE" sz="1400">
                <a:latin typeface="Verdana"/>
                <a:ea typeface="Verdana"/>
              </a:rPr>
              <a:t> </a:t>
            </a:r>
          </a:p>
          <a:p>
            <a:pPr marL="645160" lvl="1" indent="-285750">
              <a:buFont typeface="Wingdings" panose="05000000000000000000" pitchFamily="2" charset="2"/>
              <a:buChar char="Ø"/>
            </a:pPr>
            <a:r>
              <a:rPr lang="de-DE" sz="1400" err="1">
                <a:latin typeface="Verdana"/>
                <a:ea typeface="Verdana"/>
              </a:rPr>
              <a:t>Machine</a:t>
            </a:r>
            <a:r>
              <a:rPr lang="de-DE" sz="1400">
                <a:latin typeface="Verdana"/>
                <a:ea typeface="Verdana"/>
              </a:rPr>
              <a:t> Learning / LLM </a:t>
            </a:r>
            <a:r>
              <a:rPr lang="de-DE" sz="1400" err="1">
                <a:latin typeface="Verdana"/>
                <a:ea typeface="Verdana"/>
              </a:rPr>
              <a:t>applications</a:t>
            </a:r>
            <a:endParaRPr lang="de-DE" sz="1400">
              <a:latin typeface="Verdana"/>
              <a:ea typeface="Verdana"/>
            </a:endParaRPr>
          </a:p>
          <a:p>
            <a:endParaRPr lang="de-DE"/>
          </a:p>
          <a:p>
            <a:pPr marL="285750" indent="-285750">
              <a:buFont typeface="Arial"/>
              <a:buChar char="•"/>
            </a:pPr>
            <a:r>
              <a:rPr lang="de-DE">
                <a:latin typeface="Verdana"/>
                <a:ea typeface="Verdana"/>
              </a:rPr>
              <a:t>Easy </a:t>
            </a:r>
            <a:r>
              <a:rPr lang="de-DE" err="1">
                <a:latin typeface="Verdana"/>
                <a:ea typeface="Verdana"/>
              </a:rPr>
              <a:t>to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learn</a:t>
            </a:r>
            <a:r>
              <a:rPr lang="de-DE">
                <a:latin typeface="Verdana"/>
                <a:ea typeface="Verdana"/>
              </a:rPr>
              <a:t> / </a:t>
            </a:r>
            <a:r>
              <a:rPr lang="de-DE" err="1">
                <a:latin typeface="Verdana"/>
                <a:ea typeface="Verdana"/>
              </a:rPr>
              <a:t>use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with</a:t>
            </a:r>
            <a:r>
              <a:rPr lang="de-DE">
                <a:latin typeface="Verdana"/>
                <a:ea typeface="Verdana"/>
              </a:rPr>
              <a:t> GPTs</a:t>
            </a:r>
            <a:endParaRPr lang="de-DE"/>
          </a:p>
          <a:p>
            <a:pPr marL="285750" indent="-285750">
              <a:buFont typeface="Arial"/>
              <a:buChar char="•"/>
            </a:pPr>
            <a:endParaRPr lang="de-DE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de-DE">
                <a:latin typeface="Verdana"/>
                <a:ea typeface="Verdana"/>
              </a:rPr>
              <a:t>Easy </a:t>
            </a:r>
            <a:r>
              <a:rPr lang="de-DE" err="1">
                <a:latin typeface="Verdana"/>
                <a:ea typeface="Verdana"/>
              </a:rPr>
              <a:t>to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create</a:t>
            </a:r>
            <a:r>
              <a:rPr lang="de-DE">
                <a:latin typeface="Verdana"/>
                <a:ea typeface="Verdana"/>
              </a:rPr>
              <a:t> nice, </a:t>
            </a:r>
            <a:r>
              <a:rPr lang="de-DE" err="1">
                <a:latin typeface="Verdana"/>
                <a:ea typeface="Verdana"/>
              </a:rPr>
              <a:t>useful</a:t>
            </a:r>
            <a:r>
              <a:rPr lang="de-DE">
                <a:latin typeface="Verdana"/>
                <a:ea typeface="Verdana"/>
              </a:rPr>
              <a:t> </a:t>
            </a:r>
            <a:r>
              <a:rPr lang="de-DE" err="1">
                <a:latin typeface="Verdana"/>
                <a:ea typeface="Verdana"/>
              </a:rPr>
              <a:t>applications</a:t>
            </a:r>
            <a:endParaRPr lang="de-DE" err="1"/>
          </a:p>
          <a:p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DC77104-7573-8DD8-4B83-7BF0CA8F9B67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29E5679-B10A-7907-C55D-111F6F58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25" y="3047008"/>
            <a:ext cx="4239835" cy="14030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FE536FE-ACA0-ADBC-518F-B063ECA7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885" y="1089603"/>
            <a:ext cx="3047459" cy="17712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FBA68-F8AC-11E2-6237-2F2F4A79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60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9BE9-5361-0EF5-4AA5-0D102506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B3BD96-A162-1312-656B-3239B48A5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Verdana"/>
                <a:ea typeface="Verdana"/>
              </a:rPr>
              <a:t>Covers most important aspects of basic and modern Python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Module 1: Foundations of Python Coding 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Module 2: </a:t>
            </a:r>
            <a:r>
              <a:rPr lang="en-US">
                <a:latin typeface="Verdana"/>
                <a:ea typeface="Verdana"/>
              </a:rPr>
              <a:t>Introduction into version control with Git and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Module 3: </a:t>
            </a:r>
            <a:r>
              <a:rPr lang="en-US">
                <a:latin typeface="Verdana"/>
                <a:ea typeface="Verdana"/>
              </a:rPr>
              <a:t>Large Language Models (LLMs) for coding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Module 4: </a:t>
            </a:r>
            <a:r>
              <a:rPr lang="en-US">
                <a:latin typeface="Verdana"/>
                <a:ea typeface="Verdana"/>
              </a:rPr>
              <a:t>Packaging and distributing scientific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Verdana"/>
                <a:ea typeface="Verdana"/>
              </a:rPr>
              <a:t>Module 5:</a:t>
            </a:r>
            <a:r>
              <a:rPr lang="en-US">
                <a:latin typeface="Verdana"/>
                <a:ea typeface="Verdana"/>
              </a:rPr>
              <a:t> ...</a:t>
            </a:r>
            <a:endParaRPr lang="en-GB">
              <a:latin typeface="Verdana"/>
              <a:ea typeface="Verdana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D9625-9B47-3013-E1A1-8B27229A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35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CD2D-C4D6-9900-C6D8-686390AC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4E1A3-B973-E4CB-B550-9E96C6B8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E68AF-D177-7B7C-D856-B8EFA7D5A0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Each module is divided in 1h30min Sessions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You are welcome to ask (don't be afraid!)</a:t>
            </a:r>
          </a:p>
          <a:p>
            <a:pPr marL="645160" lvl="1" indent="-359410">
              <a:buFont typeface="Courier New"/>
              <a:buChar char="o"/>
            </a:pPr>
            <a:r>
              <a:rPr lang="en-US">
                <a:latin typeface="Verdana"/>
                <a:ea typeface="Verdana"/>
              </a:rPr>
              <a:t>In the Teams channel</a:t>
            </a:r>
          </a:p>
          <a:p>
            <a:pPr marL="645160" lvl="1" indent="-359410">
              <a:buFont typeface="Courier New"/>
              <a:buChar char="o"/>
            </a:pPr>
            <a:r>
              <a:rPr lang="en-US">
                <a:latin typeface="Verdana"/>
                <a:ea typeface="Verdana"/>
              </a:rPr>
              <a:t>Directly to us</a:t>
            </a:r>
          </a:p>
          <a:p>
            <a:pPr marL="645160" lvl="1" indent="-359410">
              <a:buFont typeface="Courier New"/>
              <a:buChar char="o"/>
            </a:pPr>
            <a:endParaRPr lang="en-US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We will go from:</a:t>
            </a:r>
          </a:p>
          <a:p>
            <a:pPr marL="645160" lvl="1" indent="-359410">
              <a:buFont typeface="Courier New"/>
              <a:buChar char="o"/>
            </a:pPr>
            <a:r>
              <a:rPr lang="en-US">
                <a:latin typeface="Verdana"/>
                <a:ea typeface="Verdana"/>
              </a:rPr>
              <a:t>Very basic stuff (what is a variable in Python, how to create a function),</a:t>
            </a:r>
          </a:p>
          <a:p>
            <a:pPr marL="645160" lvl="1" indent="-359410">
              <a:buFont typeface="Courier New"/>
              <a:buChar char="o"/>
            </a:pPr>
            <a:r>
              <a:rPr lang="en-US">
                <a:latin typeface="Verdana"/>
                <a:ea typeface="Verdana"/>
              </a:rPr>
              <a:t>to intermediate usage (class design, libraries), </a:t>
            </a:r>
          </a:p>
          <a:p>
            <a:pPr marL="645160" lvl="1" indent="-359410">
              <a:buFont typeface="Courier New"/>
              <a:buChar char="o"/>
            </a:pPr>
            <a:r>
              <a:rPr lang="en-US">
                <a:latin typeface="Verdana"/>
                <a:ea typeface="Verdana"/>
              </a:rPr>
              <a:t>and finish with advanced concepts (creating a Python package, good software design, modern techniques, AI-assisted coding)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773B8-891C-E2EA-93A3-52A3B828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556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5FF74-E911-236D-1746-E6A98425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996AF-A68D-519D-C4CE-B3CB885A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F281E5-811A-4270-0DC9-561D44E169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Use LLMs whenever you need or something is unclear.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Main goal of this course:</a:t>
            </a:r>
          </a:p>
          <a:p>
            <a:pPr marL="285750" lvl="1" indent="0">
              <a:buNone/>
            </a:pPr>
            <a:endParaRPr lang="en-US">
              <a:latin typeface="Verdana"/>
              <a:ea typeface="Verdana"/>
            </a:endParaRPr>
          </a:p>
          <a:p>
            <a:pPr marL="285750" lvl="1" indent="0">
              <a:buNone/>
            </a:pPr>
            <a:r>
              <a:rPr lang="en-US" sz="2000" b="1">
                <a:latin typeface="Verdana"/>
                <a:ea typeface="Verdana"/>
              </a:rPr>
              <a:t> Give you the minimal, yet necessary skills to critically assess any AI code-assistant tool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11F60-8C63-B202-3B15-2099B0A3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Picture 2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37C4392D-9515-A68D-1344-6055F52F0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3" y="2929344"/>
            <a:ext cx="3910694" cy="221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1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D56-4AD1-500B-04DA-24D6782F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B2FEA8-ABEC-A55F-F491-1B5791FC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3EEC3E-7E02-9390-4108-42F0A5A63E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You can find more detailed information (incl. these slides) in the GitHub repository</a:t>
            </a:r>
          </a:p>
        </p:txBody>
      </p:sp>
      <p:pic>
        <p:nvPicPr>
          <p:cNvPr id="8" name="Picture 7" descr="A qr code with red and blue color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4A6E8E96-2E3C-CD60-E49F-DD544B65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50" y="1422400"/>
            <a:ext cx="3536950" cy="35496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74883-5D5B-5F2B-509D-B65CCD3E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262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B57F3-1F3C-3A36-76E6-F917F352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RECODE </a:t>
            </a:r>
            <a:r>
              <a:rPr lang="de-DE" dirty="0" err="1"/>
              <a:t>Programming</a:t>
            </a:r>
            <a:r>
              <a:rPr lang="de-DE" dirty="0"/>
              <a:t> Course</a:t>
            </a:r>
            <a:br>
              <a:rPr lang="de-DE" dirty="0"/>
            </a:br>
            <a:r>
              <a:rPr lang="de-DE" b="0" dirty="0" err="1"/>
              <a:t>Overview</a:t>
            </a:r>
            <a:endParaRPr lang="de-DE" b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7196AF-7B7B-50B0-B494-818E971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7DBDDC-8230-71AA-1CBE-1678FEF11C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Project-oriented training for practical skills in scientific software development: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For </a:t>
            </a:r>
            <a:r>
              <a:rPr lang="en-US" sz="1400" b="1" dirty="0"/>
              <a:t>maintainable, reusable, production-ready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Teaches Python • Git/GitHub • AI-assisted coding • Packaging • Dev.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Enable the participants to: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develop functional applications independently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structure code professionally, use version control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work with modern AI coding assistants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deliver end-to-end solutions: </a:t>
            </a:r>
            <a:r>
              <a:rPr lang="en-US" sz="1400" b="1" dirty="0"/>
              <a:t>design → build → test → publish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beginners/students to intermediate learners and professionals upskilling into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Learning in interactive hands-on sessions, weekly (~2h each)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 modular format combining </a:t>
            </a:r>
            <a:r>
              <a:rPr lang="en-US" sz="1400" b="1" dirty="0"/>
              <a:t>theory, live coding, and project work</a:t>
            </a:r>
            <a:endParaRPr lang="de-DE" sz="1100" b="1" dirty="0"/>
          </a:p>
        </p:txBody>
      </p:sp>
    </p:spTree>
    <p:extLst>
      <p:ext uri="{BB962C8B-B14F-4D97-AF65-F5344CB8AC3E}">
        <p14:creationId xmlns:p14="http://schemas.microsoft.com/office/powerpoint/2010/main" val="1807762252"/>
      </p:ext>
    </p:extLst>
  </p:cSld>
  <p:clrMapOvr>
    <a:masterClrMapping/>
  </p:clrMapOvr>
</p:sld>
</file>

<file path=ppt/theme/theme1.xml><?xml version="1.0" encoding="utf-8"?>
<a:theme xmlns:a="http://schemas.openxmlformats.org/drawingml/2006/main" name="BAM_16zu9_master">
  <a:themeElements>
    <a:clrScheme name="BAM">
      <a:dk1>
        <a:srgbClr val="000000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FF00"/>
      </a:accent6>
      <a:hlink>
        <a:srgbClr val="002832"/>
      </a:hlink>
      <a:folHlink>
        <a:srgbClr val="002832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FF00"/>
        </a:accent6>
        <a:hlink>
          <a:srgbClr val="002832"/>
        </a:hlink>
        <a:folHlink>
          <a:srgbClr val="002832"/>
        </a:folHlink>
      </a:clrScheme>
    </a:extraClrScheme>
  </a:extraClrSchemeLst>
  <a:extLst>
    <a:ext uri="{05A4C25C-085E-4340-85A3-A5531E510DB2}">
      <thm15:themeFamily xmlns:thm15="http://schemas.microsoft.com/office/thememl/2012/main" name="BAM_16zu9_master" id="{C9821BEF-2ACB-2B4B-8DCE-EE3870480A58}" vid="{C73E6368-F41D-804E-8BA9-C0FF5A538FBE}"/>
    </a:ext>
  </a:extLst>
</a:theme>
</file>

<file path=ppt/theme/theme2.xml><?xml version="1.0" encoding="utf-8"?>
<a:theme xmlns:a="http://schemas.openxmlformats.org/drawingml/2006/main" name="BAM - Master">
  <a:themeElements>
    <a:clrScheme name="BAM">
      <a:dk1>
        <a:srgbClr val="002832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DC00"/>
      </a:accent6>
      <a:hlink>
        <a:srgbClr val="DC2328"/>
      </a:hlink>
      <a:folHlink>
        <a:srgbClr val="00556E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DC00"/>
        </a:accent6>
        <a:hlink>
          <a:srgbClr val="002832"/>
        </a:hlink>
        <a:folHlink>
          <a:srgbClr val="002832"/>
        </a:folHlink>
      </a:clrScheme>
    </a:extraClrScheme>
  </a:extraClrScheme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721A0406C28C4A889F39EE9525408A" ma:contentTypeVersion="10" ma:contentTypeDescription="Ein neues Dokument erstellen." ma:contentTypeScope="" ma:versionID="8f5eb2cf7950b5cb5aebaba8d6eb69c1">
  <xsd:schema xmlns:xsd="http://www.w3.org/2001/XMLSchema" xmlns:xs="http://www.w3.org/2001/XMLSchema" xmlns:p="http://schemas.microsoft.com/office/2006/metadata/properties" xmlns:ns2="74655787-dd8d-46dc-86ce-4aaf682a62e2" xmlns:ns3="97d2071a-6b46-4168-97fe-9a1e8332f245" targetNamespace="http://schemas.microsoft.com/office/2006/metadata/properties" ma:root="true" ma:fieldsID="b194e37b0cedfbed87c79ff2979e2da9" ns2:_="" ns3:_="">
    <xsd:import namespace="74655787-dd8d-46dc-86ce-4aaf682a62e2"/>
    <xsd:import namespace="97d2071a-6b46-4168-97fe-9a1e8332f2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55787-dd8d-46dc-86ce-4aaf682a6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803bea9-b7fe-43f4-9734-926b2dd1a3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d2071a-6b46-4168-97fe-9a1e8332f2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6e42f9c-fa6f-43c8-b3ea-9997b376e10d}" ma:internalName="TaxCatchAll" ma:showField="CatchAllData" ma:web="97d2071a-6b46-4168-97fe-9a1e8332f2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655787-dd8d-46dc-86ce-4aaf682a62e2">
      <Terms xmlns="http://schemas.microsoft.com/office/infopath/2007/PartnerControls"/>
    </lcf76f155ced4ddcb4097134ff3c332f>
    <TaxCatchAll xmlns="97d2071a-6b46-4168-97fe-9a1e8332f245" xsi:nil="true"/>
  </documentManagement>
</p:properties>
</file>

<file path=customXml/itemProps1.xml><?xml version="1.0" encoding="utf-8"?>
<ds:datastoreItem xmlns:ds="http://schemas.openxmlformats.org/officeDocument/2006/customXml" ds:itemID="{2FEB8E52-CE7F-4C5F-9FBA-7E42205F92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AAFA9A-D6ED-43A2-8244-6E3ED5864E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655787-dd8d-46dc-86ce-4aaf682a62e2"/>
    <ds:schemaRef ds:uri="97d2071a-6b46-4168-97fe-9a1e8332f2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469777-4754-4ED4-BEDE-BF186614FE95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97d2071a-6b46-4168-97fe-9a1e8332f245"/>
    <ds:schemaRef ds:uri="74655787-dd8d-46dc-86ce-4aaf682a62e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BAM_16zu9</Template>
  <TotalTime>0</TotalTime>
  <Words>566</Words>
  <Application>Microsoft Office PowerPoint</Application>
  <PresentationFormat>Bildschirmpräsentation (16:9)</PresentationFormat>
  <Paragraphs>78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.AppleSystemUIFont</vt:lpstr>
      <vt:lpstr>Arial</vt:lpstr>
      <vt:lpstr>Calibri</vt:lpstr>
      <vt:lpstr>Courier New</vt:lpstr>
      <vt:lpstr>Verdana</vt:lpstr>
      <vt:lpstr>Wingdings</vt:lpstr>
      <vt:lpstr>BAM_16zu9_master</vt:lpstr>
      <vt:lpstr>RECODe – Crash Course On Research Coding &amp; Development</vt:lpstr>
      <vt:lpstr>The trainers</vt:lpstr>
      <vt:lpstr>Why this course?</vt:lpstr>
      <vt:lpstr>Why Python? </vt:lpstr>
      <vt:lpstr>Why Python? </vt:lpstr>
      <vt:lpstr>What to expect from the course?</vt:lpstr>
      <vt:lpstr>What to expect from the course?</vt:lpstr>
      <vt:lpstr>What to expect from the course?</vt:lpstr>
      <vt:lpstr>What to expect from the course?</vt:lpstr>
      <vt:lpstr>RECODE Programming Course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Simon</dc:creator>
  <cp:lastModifiedBy>Breßler, Ingo</cp:lastModifiedBy>
  <cp:revision>1</cp:revision>
  <dcterms:created xsi:type="dcterms:W3CDTF">2026-03-20T14:18:59Z</dcterms:created>
  <dcterms:modified xsi:type="dcterms:W3CDTF">2026-06-05T11:39:11Z</dcterms:modified>
  <cp:category>Präsentation</cp:category>
  <cp:contentStatus>2017-04-11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0x01010016721A0406C28C4A889F39EE9525408A</vt:lpwstr>
  </property>
  <property fmtid="{D5CDD505-2E9C-101B-9397-08002B2CF9AE}" pid="3" name="MediaServiceImageTags">
    <vt:lpwstr/>
  </property>
</Properties>
</file>